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984" r:id="rId2"/>
    <p:sldId id="986" r:id="rId3"/>
    <p:sldId id="1278" r:id="rId4"/>
    <p:sldId id="1341" r:id="rId5"/>
    <p:sldId id="1342" r:id="rId6"/>
    <p:sldId id="1550" r:id="rId7"/>
    <p:sldId id="1404" r:id="rId8"/>
    <p:sldId id="1559" r:id="rId9"/>
    <p:sldId id="1467" r:id="rId10"/>
    <p:sldId id="1558" r:id="rId11"/>
    <p:sldId id="1466" r:id="rId12"/>
    <p:sldId id="1553" r:id="rId13"/>
    <p:sldId id="1554" r:id="rId14"/>
    <p:sldId id="1555" r:id="rId15"/>
    <p:sldId id="1556" r:id="rId16"/>
    <p:sldId id="1557" r:id="rId17"/>
    <p:sldId id="1468" r:id="rId18"/>
    <p:sldId id="1469" r:id="rId19"/>
    <p:sldId id="1560" r:id="rId20"/>
    <p:sldId id="1470" r:id="rId21"/>
    <p:sldId id="1471" r:id="rId22"/>
    <p:sldId id="1561" r:id="rId23"/>
  </p:sldIdLst>
  <p:sldSz cx="9144000" cy="5143500" type="screen16x9"/>
  <p:notesSz cx="6858000" cy="9144000"/>
  <p:embeddedFontLst>
    <p:embeddedFont>
      <p:font typeface="Fira Code" panose="020B0604020202020204"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B4B"/>
    <a:srgbClr val="D29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9047522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1" name="Google Shape;81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92077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0317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51172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44651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03598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2457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8518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45526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83952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66570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40104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72285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39866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46517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05813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6364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92747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96960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50900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03139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67035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6100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46"/>
          <p:cNvSpPr/>
          <p:nvPr/>
        </p:nvSpPr>
        <p:spPr>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Google Shape;10;p46"/>
          <p:cNvSpPr/>
          <p:nvPr/>
        </p:nvSpPr>
        <p:spPr>
          <a:xfrm>
            <a:off x="0" y="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46"/>
          <p:cNvSpPr txBox="1">
            <a:spLocks noGrp="1"/>
          </p:cNvSpPr>
          <p:nvPr>
            <p:ph type="ctrTitle"/>
          </p:nvPr>
        </p:nvSpPr>
        <p:spPr>
          <a:xfrm>
            <a:off x="1413525" y="1144250"/>
            <a:ext cx="5788800" cy="51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200"/>
              <a:buNone/>
              <a:defRPr sz="3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46"/>
          <p:cNvSpPr txBox="1">
            <a:spLocks noGrp="1"/>
          </p:cNvSpPr>
          <p:nvPr>
            <p:ph type="subTitle" idx="1"/>
          </p:nvPr>
        </p:nvSpPr>
        <p:spPr>
          <a:xfrm>
            <a:off x="2231025" y="2765300"/>
            <a:ext cx="6202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46"/>
          <p:cNvSpPr txBox="1">
            <a:spLocks noGrp="1"/>
          </p:cNvSpPr>
          <p:nvPr>
            <p:ph type="subTitle" idx="2"/>
          </p:nvPr>
        </p:nvSpPr>
        <p:spPr>
          <a:xfrm>
            <a:off x="1788725" y="1761800"/>
            <a:ext cx="5788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3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4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 name="Google Shape;15;p4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 name="Google Shape;16;p4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 name="Google Shape;17;p4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 name="Google Shape;18;p4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 name="Google Shape;19;p4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 name="Google Shape;20;p4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 name="Google Shape;21;p4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2" name="Google Shape;22;p4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 name="Google Shape;23;p4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 name="Google Shape;24;p4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 name="Google Shape;25;p4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 name="Google Shape;26;p4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 name="Google Shape;27;p4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Google Shape;29;p47"/>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 name="Google Shape;30;p47"/>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31;p47"/>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47"/>
          <p:cNvSpPr txBox="1">
            <a:spLocks noGrp="1"/>
          </p:cNvSpPr>
          <p:nvPr>
            <p:ph type="body" idx="1"/>
          </p:nvPr>
        </p:nvSpPr>
        <p:spPr>
          <a:xfrm>
            <a:off x="1464250" y="1063175"/>
            <a:ext cx="6969600" cy="3416400"/>
          </a:xfrm>
          <a:prstGeom prst="rect">
            <a:avLst/>
          </a:prstGeom>
          <a:noFill/>
          <a:ln>
            <a:noFill/>
          </a:ln>
        </p:spPr>
        <p:txBody>
          <a:bodyPr spcFirstLastPara="1" wrap="square" lIns="91425" tIns="91425" rIns="91425" bIns="91425" anchor="ctr" anchorCtr="0">
            <a:noAutofit/>
          </a:bodyPr>
          <a:lstStyle>
            <a:lvl1pPr marL="457200" lvl="0" indent="-317500" algn="l">
              <a:lnSpc>
                <a:spcPct val="100000"/>
              </a:lnSpc>
              <a:spcBef>
                <a:spcPts val="0"/>
              </a:spcBef>
              <a:spcAft>
                <a:spcPts val="0"/>
              </a:spcAft>
              <a:buSzPts val="1400"/>
              <a:buChar char="∗"/>
              <a:defRPr sz="1000"/>
            </a:lvl1pPr>
            <a:lvl2pPr marL="914400" lvl="1" indent="-317500" algn="l">
              <a:lnSpc>
                <a:spcPct val="100000"/>
              </a:lnSpc>
              <a:spcBef>
                <a:spcPts val="0"/>
              </a:spcBef>
              <a:spcAft>
                <a:spcPts val="0"/>
              </a:spcAft>
              <a:buSzPts val="1400"/>
              <a:buChar char="○"/>
              <a:defRPr/>
            </a:lvl2pPr>
            <a:lvl3pPr marL="1371600" lvl="2" indent="-317500" algn="l">
              <a:lnSpc>
                <a:spcPct val="100000"/>
              </a:lnSpc>
              <a:spcBef>
                <a:spcPts val="0"/>
              </a:spcBef>
              <a:spcAft>
                <a:spcPts val="0"/>
              </a:spcAft>
              <a:buSzPts val="1400"/>
              <a:buChar char="■"/>
              <a:defRPr/>
            </a:lvl3pPr>
            <a:lvl4pPr marL="1828800" lvl="3" indent="-317500" algn="l">
              <a:lnSpc>
                <a:spcPct val="100000"/>
              </a:lnSpc>
              <a:spcBef>
                <a:spcPts val="0"/>
              </a:spcBef>
              <a:spcAft>
                <a:spcPts val="0"/>
              </a:spcAft>
              <a:buSzPts val="1400"/>
              <a:buChar char="●"/>
              <a:defRPr/>
            </a:lvl4pPr>
            <a:lvl5pPr marL="2286000" lvl="4" indent="-317500" algn="l">
              <a:lnSpc>
                <a:spcPct val="100000"/>
              </a:lnSpc>
              <a:spcBef>
                <a:spcPts val="0"/>
              </a:spcBef>
              <a:spcAft>
                <a:spcPts val="0"/>
              </a:spcAft>
              <a:buSzPts val="1400"/>
              <a:buChar char="○"/>
              <a:defRPr/>
            </a:lvl5pPr>
            <a:lvl6pPr marL="2743200" lvl="5" indent="-317500" algn="l">
              <a:lnSpc>
                <a:spcPct val="100000"/>
              </a:lnSpc>
              <a:spcBef>
                <a:spcPts val="0"/>
              </a:spcBef>
              <a:spcAft>
                <a:spcPts val="0"/>
              </a:spcAft>
              <a:buSzPts val="1400"/>
              <a:buChar char="■"/>
              <a:defRPr/>
            </a:lvl6pPr>
            <a:lvl7pPr marL="3200400" lvl="6" indent="-317500" algn="l">
              <a:lnSpc>
                <a:spcPct val="100000"/>
              </a:lnSpc>
              <a:spcBef>
                <a:spcPts val="0"/>
              </a:spcBef>
              <a:spcAft>
                <a:spcPts val="0"/>
              </a:spcAft>
              <a:buSzPts val="1400"/>
              <a:buChar char="●"/>
              <a:defRPr/>
            </a:lvl7pPr>
            <a:lvl8pPr marL="3657600" lvl="7" indent="-317500" algn="l">
              <a:lnSpc>
                <a:spcPct val="100000"/>
              </a:lnSpc>
              <a:spcBef>
                <a:spcPts val="0"/>
              </a:spcBef>
              <a:spcAft>
                <a:spcPts val="0"/>
              </a:spcAft>
              <a:buSzPts val="1400"/>
              <a:buChar char="○"/>
              <a:defRPr/>
            </a:lvl8pPr>
            <a:lvl9pPr marL="4114800" lvl="8" indent="-317500" algn="l">
              <a:lnSpc>
                <a:spcPct val="100000"/>
              </a:lnSpc>
              <a:spcBef>
                <a:spcPts val="0"/>
              </a:spcBef>
              <a:spcAft>
                <a:spcPts val="0"/>
              </a:spcAft>
              <a:buSzPts val="1400"/>
              <a:buChar char="■"/>
              <a:defRPr/>
            </a:lvl9pPr>
          </a:lstStyle>
          <a:p>
            <a:endParaRPr/>
          </a:p>
        </p:txBody>
      </p:sp>
      <p:sp>
        <p:nvSpPr>
          <p:cNvPr id="33" name="Google Shape;33;p47"/>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 name="Google Shape;34;p47"/>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 name="Google Shape;35;p47"/>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 name="Google Shape;36;p47"/>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 name="Google Shape;37;p47"/>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 name="Google Shape;38;p47"/>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 name="Google Shape;39;p47"/>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 name="Google Shape;40;p47"/>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 name="Google Shape;41;p47"/>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 name="Google Shape;42;p47"/>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 name="Google Shape;43;p47"/>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 name="Google Shape;44;p47"/>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5" name="Google Shape;45;p47"/>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6" name="Google Shape;46;p47"/>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7"/>
        <p:cNvGrpSpPr/>
        <p:nvPr/>
      </p:nvGrpSpPr>
      <p:grpSpPr>
        <a:xfrm>
          <a:off x="0" y="0"/>
          <a:ext cx="0" cy="0"/>
          <a:chOff x="0" y="0"/>
          <a:chExt cx="0" cy="0"/>
        </a:xfrm>
      </p:grpSpPr>
      <p:sp>
        <p:nvSpPr>
          <p:cNvPr id="48" name="Google Shape;48;p4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49;p48"/>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0;p48"/>
          <p:cNvSpPr txBox="1">
            <a:spLocks noGrp="1"/>
          </p:cNvSpPr>
          <p:nvPr>
            <p:ph type="title"/>
          </p:nvPr>
        </p:nvSpPr>
        <p:spPr>
          <a:xfrm flipH="1">
            <a:off x="1460450" y="1436713"/>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51" name="Google Shape;51;p48"/>
          <p:cNvSpPr txBox="1">
            <a:spLocks noGrp="1"/>
          </p:cNvSpPr>
          <p:nvPr>
            <p:ph type="subTitle" idx="1"/>
          </p:nvPr>
        </p:nvSpPr>
        <p:spPr>
          <a:xfrm>
            <a:off x="2332550" y="177511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endParaRPr/>
          </a:p>
        </p:txBody>
      </p:sp>
      <p:sp>
        <p:nvSpPr>
          <p:cNvPr id="52" name="Google Shape;52;p48"/>
          <p:cNvSpPr txBox="1">
            <a:spLocks noGrp="1"/>
          </p:cNvSpPr>
          <p:nvPr>
            <p:ph type="subTitle" idx="2"/>
          </p:nvPr>
        </p:nvSpPr>
        <p:spPr>
          <a:xfrm>
            <a:off x="2332550" y="1436725"/>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accent1"/>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53" name="Google Shape;53;p48"/>
          <p:cNvSpPr txBox="1">
            <a:spLocks noGrp="1"/>
          </p:cNvSpPr>
          <p:nvPr>
            <p:ph type="title" idx="3"/>
          </p:nvPr>
        </p:nvSpPr>
        <p:spPr>
          <a:xfrm flipH="1">
            <a:off x="2850125" y="241986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54" name="Google Shape;54;p48"/>
          <p:cNvSpPr txBox="1">
            <a:spLocks noGrp="1"/>
          </p:cNvSpPr>
          <p:nvPr>
            <p:ph type="subTitle" idx="4"/>
          </p:nvPr>
        </p:nvSpPr>
        <p:spPr>
          <a:xfrm>
            <a:off x="3722225" y="275546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endParaRPr/>
          </a:p>
        </p:txBody>
      </p:sp>
      <p:sp>
        <p:nvSpPr>
          <p:cNvPr id="55" name="Google Shape;55;p48"/>
          <p:cNvSpPr txBox="1">
            <a:spLocks noGrp="1"/>
          </p:cNvSpPr>
          <p:nvPr>
            <p:ph type="subTitle" idx="5"/>
          </p:nvPr>
        </p:nvSpPr>
        <p:spPr>
          <a:xfrm>
            <a:off x="3722225" y="241985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lt2"/>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56" name="Google Shape;56;p48"/>
          <p:cNvSpPr txBox="1">
            <a:spLocks noGrp="1"/>
          </p:cNvSpPr>
          <p:nvPr>
            <p:ph type="title" idx="6"/>
          </p:nvPr>
        </p:nvSpPr>
        <p:spPr>
          <a:xfrm flipH="1">
            <a:off x="4242875" y="340021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57" name="Google Shape;57;p48"/>
          <p:cNvSpPr txBox="1">
            <a:spLocks noGrp="1"/>
          </p:cNvSpPr>
          <p:nvPr>
            <p:ph type="subTitle" idx="7"/>
          </p:nvPr>
        </p:nvSpPr>
        <p:spPr>
          <a:xfrm>
            <a:off x="5114975" y="373859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endParaRPr/>
          </a:p>
        </p:txBody>
      </p:sp>
      <p:sp>
        <p:nvSpPr>
          <p:cNvPr id="58" name="Google Shape;58;p48"/>
          <p:cNvSpPr txBox="1">
            <a:spLocks noGrp="1"/>
          </p:cNvSpPr>
          <p:nvPr>
            <p:ph type="subTitle" idx="8"/>
          </p:nvPr>
        </p:nvSpPr>
        <p:spPr>
          <a:xfrm>
            <a:off x="5114975" y="340020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59" name="Google Shape;59;p4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0" name="Google Shape;60;p4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1" name="Google Shape;61;p4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2" name="Google Shape;62;p4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3" name="Google Shape;63;p4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4" name="Google Shape;64;p4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5" name="Google Shape;65;p4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6" name="Google Shape;66;p4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7" name="Google Shape;67;p4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8" name="Google Shape;68;p4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9" name="Google Shape;69;p4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0" name="Google Shape;70;p4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1" name="Google Shape;71;p4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2" name="Google Shape;72;p4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3" name="Google Shape;73;p48"/>
          <p:cNvSpPr txBox="1">
            <a:spLocks noGrp="1"/>
          </p:cNvSpPr>
          <p:nvPr>
            <p:ph type="title" idx="9"/>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4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 name="Google Shape;76;p49"/>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49"/>
          <p:cNvSpPr txBox="1">
            <a:spLocks noGrp="1"/>
          </p:cNvSpPr>
          <p:nvPr>
            <p:ph type="title"/>
          </p:nvPr>
        </p:nvSpPr>
        <p:spPr>
          <a:xfrm flipH="1">
            <a:off x="2054663" y="586975"/>
            <a:ext cx="1842300" cy="1104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sz="10000"/>
            </a:lvl1pPr>
            <a:lvl2pPr lvl="1" algn="r">
              <a:lnSpc>
                <a:spcPct val="100000"/>
              </a:lnSpc>
              <a:spcBef>
                <a:spcPts val="0"/>
              </a:spcBef>
              <a:spcAft>
                <a:spcPts val="0"/>
              </a:spcAft>
              <a:buClr>
                <a:schemeClr val="dk1"/>
              </a:buClr>
              <a:buSzPts val="2500"/>
              <a:buNone/>
              <a:defRPr sz="2500">
                <a:solidFill>
                  <a:schemeClr val="dk1"/>
                </a:solidFill>
              </a:defRPr>
            </a:lvl2pPr>
            <a:lvl3pPr lvl="2" algn="r">
              <a:lnSpc>
                <a:spcPct val="100000"/>
              </a:lnSpc>
              <a:spcBef>
                <a:spcPts val="0"/>
              </a:spcBef>
              <a:spcAft>
                <a:spcPts val="0"/>
              </a:spcAft>
              <a:buClr>
                <a:schemeClr val="dk1"/>
              </a:buClr>
              <a:buSzPts val="2500"/>
              <a:buNone/>
              <a:defRPr sz="2500">
                <a:solidFill>
                  <a:schemeClr val="dk1"/>
                </a:solidFill>
              </a:defRPr>
            </a:lvl3pPr>
            <a:lvl4pPr lvl="3" algn="r">
              <a:lnSpc>
                <a:spcPct val="100000"/>
              </a:lnSpc>
              <a:spcBef>
                <a:spcPts val="0"/>
              </a:spcBef>
              <a:spcAft>
                <a:spcPts val="0"/>
              </a:spcAft>
              <a:buClr>
                <a:schemeClr val="dk1"/>
              </a:buClr>
              <a:buSzPts val="2500"/>
              <a:buNone/>
              <a:defRPr sz="2500">
                <a:solidFill>
                  <a:schemeClr val="dk1"/>
                </a:solidFill>
              </a:defRPr>
            </a:lvl4pPr>
            <a:lvl5pPr lvl="4" algn="r">
              <a:lnSpc>
                <a:spcPct val="100000"/>
              </a:lnSpc>
              <a:spcBef>
                <a:spcPts val="0"/>
              </a:spcBef>
              <a:spcAft>
                <a:spcPts val="0"/>
              </a:spcAft>
              <a:buClr>
                <a:schemeClr val="dk1"/>
              </a:buClr>
              <a:buSzPts val="2500"/>
              <a:buNone/>
              <a:defRPr sz="2500">
                <a:solidFill>
                  <a:schemeClr val="dk1"/>
                </a:solidFill>
              </a:defRPr>
            </a:lvl5pPr>
            <a:lvl6pPr lvl="5" algn="r">
              <a:lnSpc>
                <a:spcPct val="100000"/>
              </a:lnSpc>
              <a:spcBef>
                <a:spcPts val="0"/>
              </a:spcBef>
              <a:spcAft>
                <a:spcPts val="0"/>
              </a:spcAft>
              <a:buClr>
                <a:schemeClr val="dk1"/>
              </a:buClr>
              <a:buSzPts val="2500"/>
              <a:buNone/>
              <a:defRPr sz="2500">
                <a:solidFill>
                  <a:schemeClr val="dk1"/>
                </a:solidFill>
              </a:defRPr>
            </a:lvl6pPr>
            <a:lvl7pPr lvl="6" algn="r">
              <a:lnSpc>
                <a:spcPct val="100000"/>
              </a:lnSpc>
              <a:spcBef>
                <a:spcPts val="0"/>
              </a:spcBef>
              <a:spcAft>
                <a:spcPts val="0"/>
              </a:spcAft>
              <a:buClr>
                <a:schemeClr val="dk1"/>
              </a:buClr>
              <a:buSzPts val="2500"/>
              <a:buNone/>
              <a:defRPr sz="2500">
                <a:solidFill>
                  <a:schemeClr val="dk1"/>
                </a:solidFill>
              </a:defRPr>
            </a:lvl7pPr>
            <a:lvl8pPr lvl="7" algn="r">
              <a:lnSpc>
                <a:spcPct val="100000"/>
              </a:lnSpc>
              <a:spcBef>
                <a:spcPts val="0"/>
              </a:spcBef>
              <a:spcAft>
                <a:spcPts val="0"/>
              </a:spcAft>
              <a:buClr>
                <a:schemeClr val="dk1"/>
              </a:buClr>
              <a:buSzPts val="2500"/>
              <a:buNone/>
              <a:defRPr sz="2500">
                <a:solidFill>
                  <a:schemeClr val="dk1"/>
                </a:solidFill>
              </a:defRPr>
            </a:lvl8pPr>
            <a:lvl9pPr lvl="8" algn="r">
              <a:lnSpc>
                <a:spcPct val="100000"/>
              </a:lnSpc>
              <a:spcBef>
                <a:spcPts val="0"/>
              </a:spcBef>
              <a:spcAft>
                <a:spcPts val="0"/>
              </a:spcAft>
              <a:buClr>
                <a:schemeClr val="dk1"/>
              </a:buClr>
              <a:buSzPts val="2500"/>
              <a:buNone/>
              <a:defRPr sz="2500">
                <a:solidFill>
                  <a:schemeClr val="dk1"/>
                </a:solidFill>
              </a:defRPr>
            </a:lvl9pPr>
          </a:lstStyle>
          <a:p>
            <a:endParaRPr/>
          </a:p>
        </p:txBody>
      </p:sp>
      <p:sp>
        <p:nvSpPr>
          <p:cNvPr id="78" name="Google Shape;78;p49"/>
          <p:cNvSpPr txBox="1">
            <a:spLocks noGrp="1"/>
          </p:cNvSpPr>
          <p:nvPr>
            <p:ph type="title" idx="2"/>
          </p:nvPr>
        </p:nvSpPr>
        <p:spPr>
          <a:xfrm>
            <a:off x="2605788" y="1846623"/>
            <a:ext cx="5377200" cy="535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9" name="Google Shape;79;p49"/>
          <p:cNvSpPr txBox="1">
            <a:spLocks noGrp="1"/>
          </p:cNvSpPr>
          <p:nvPr>
            <p:ph type="subTitle" idx="1"/>
          </p:nvPr>
        </p:nvSpPr>
        <p:spPr>
          <a:xfrm>
            <a:off x="3038363" y="2448125"/>
            <a:ext cx="3960900" cy="783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800">
                <a:solidFill>
                  <a:schemeClr val="accent3"/>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80" name="Google Shape;80;p4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1" name="Google Shape;81;p4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2" name="Google Shape;82;p4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3" name="Google Shape;83;p4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4" name="Google Shape;84;p4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5" name="Google Shape;85;p4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6" name="Google Shape;86;p4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7" name="Google Shape;87;p4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8" name="Google Shape;88;p4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9" name="Google Shape;89;p4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0" name="Google Shape;90;p4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1" name="Google Shape;91;p4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2" name="Google Shape;92;p4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3" name="Google Shape;93;p4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4"/>
        <p:cNvGrpSpPr/>
        <p:nvPr/>
      </p:nvGrpSpPr>
      <p:grpSpPr>
        <a:xfrm>
          <a:off x="0" y="0"/>
          <a:ext cx="0" cy="0"/>
          <a:chOff x="0" y="0"/>
          <a:chExt cx="0" cy="0"/>
        </a:xfrm>
      </p:grpSpPr>
      <p:sp>
        <p:nvSpPr>
          <p:cNvPr id="95" name="Google Shape;95;p5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 name="Google Shape;96;p50"/>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 name="Google Shape;97;p50"/>
          <p:cNvSpPr txBox="1">
            <a:spLocks noGrp="1"/>
          </p:cNvSpPr>
          <p:nvPr>
            <p:ph type="subTitle" idx="1"/>
          </p:nvPr>
        </p:nvSpPr>
        <p:spPr>
          <a:xfrm>
            <a:off x="2240150" y="3143327"/>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98" name="Google Shape;98;p50"/>
          <p:cNvSpPr txBox="1">
            <a:spLocks noGrp="1"/>
          </p:cNvSpPr>
          <p:nvPr>
            <p:ph type="subTitle" idx="2"/>
          </p:nvPr>
        </p:nvSpPr>
        <p:spPr>
          <a:xfrm>
            <a:off x="2240150" y="1151940"/>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99" name="Google Shape;99;p50"/>
          <p:cNvSpPr txBox="1">
            <a:spLocks noGrp="1"/>
          </p:cNvSpPr>
          <p:nvPr>
            <p:ph type="subTitle" idx="3"/>
          </p:nvPr>
        </p:nvSpPr>
        <p:spPr>
          <a:xfrm>
            <a:off x="1143250" y="2612625"/>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8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00" name="Google Shape;100;p5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1" name="Google Shape;101;p5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2" name="Google Shape;102;p5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3" name="Google Shape;103;p5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4" name="Google Shape;104;p5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5" name="Google Shape;105;p5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6" name="Google Shape;106;p5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7" name="Google Shape;107;p5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8" name="Google Shape;108;p5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9" name="Google Shape;109;p5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0" name="Google Shape;110;p5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1" name="Google Shape;111;p5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2" name="Google Shape;112;p5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3" name="Google Shape;113;p5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4" name="Google Shape;114;p50"/>
          <p:cNvSpPr txBox="1">
            <a:spLocks noGrp="1"/>
          </p:cNvSpPr>
          <p:nvPr>
            <p:ph type="title"/>
          </p:nvPr>
        </p:nvSpPr>
        <p:spPr>
          <a:xfrm>
            <a:off x="1143250" y="621240"/>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5"/>
        <p:cNvGrpSpPr/>
        <p:nvPr/>
      </p:nvGrpSpPr>
      <p:grpSpPr>
        <a:xfrm>
          <a:off x="0" y="0"/>
          <a:ext cx="0" cy="0"/>
          <a:chOff x="0" y="0"/>
          <a:chExt cx="0" cy="0"/>
        </a:xfrm>
      </p:grpSpPr>
      <p:sp>
        <p:nvSpPr>
          <p:cNvPr id="116" name="Google Shape;116;p51"/>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 name="Google Shape;117;p51"/>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 name="Google Shape;118;p51"/>
          <p:cNvSpPr txBox="1">
            <a:spLocks noGrp="1"/>
          </p:cNvSpPr>
          <p:nvPr>
            <p:ph type="title"/>
          </p:nvPr>
        </p:nvSpPr>
        <p:spPr>
          <a:xfrm>
            <a:off x="1131500" y="621250"/>
            <a:ext cx="4045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19" name="Google Shape;119;p51"/>
          <p:cNvSpPr txBox="1">
            <a:spLocks noGrp="1"/>
          </p:cNvSpPr>
          <p:nvPr>
            <p:ph type="subTitle" idx="1"/>
          </p:nvPr>
        </p:nvSpPr>
        <p:spPr>
          <a:xfrm>
            <a:off x="1593350" y="1574450"/>
            <a:ext cx="5539200" cy="1404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20" name="Google Shape;120;p51"/>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1" name="Google Shape;121;p51"/>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2" name="Google Shape;122;p51"/>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3" name="Google Shape;123;p51"/>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4" name="Google Shape;124;p51"/>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5" name="Google Shape;125;p51"/>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6" name="Google Shape;126;p51"/>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7" name="Google Shape;127;p51"/>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8" name="Google Shape;128;p51"/>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9" name="Google Shape;129;p51"/>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0" name="Google Shape;130;p51"/>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1" name="Google Shape;131;p51"/>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2" name="Google Shape;132;p51"/>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3" name="Google Shape;133;p51"/>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4"/>
        <p:cNvGrpSpPr/>
        <p:nvPr/>
      </p:nvGrpSpPr>
      <p:grpSpPr>
        <a:xfrm>
          <a:off x="0" y="0"/>
          <a:ext cx="0" cy="0"/>
          <a:chOff x="0" y="0"/>
          <a:chExt cx="0" cy="0"/>
        </a:xfrm>
      </p:grpSpPr>
      <p:sp>
        <p:nvSpPr>
          <p:cNvPr id="135" name="Google Shape;135;p52"/>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 name="Google Shape;136;p52"/>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 name="Google Shape;137;p5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8" name="Google Shape;138;p5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9" name="Google Shape;139;p5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0" name="Google Shape;140;p5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1" name="Google Shape;141;p5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2" name="Google Shape;142;p5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3" name="Google Shape;143;p5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4" name="Google Shape;144;p5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5" name="Google Shape;145;p5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6" name="Google Shape;146;p5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7" name="Google Shape;147;p5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8" name="Google Shape;148;p5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9" name="Google Shape;149;p5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0" name="Google Shape;150;p5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1" name="Google Shape;151;p52"/>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152"/>
        <p:cNvGrpSpPr/>
        <p:nvPr/>
      </p:nvGrpSpPr>
      <p:grpSpPr>
        <a:xfrm>
          <a:off x="0" y="0"/>
          <a:ext cx="0" cy="0"/>
          <a:chOff x="0" y="0"/>
          <a:chExt cx="0" cy="0"/>
        </a:xfrm>
      </p:grpSpPr>
      <p:sp>
        <p:nvSpPr>
          <p:cNvPr id="153" name="Google Shape;153;p5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53"/>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 name="Google Shape;155;p53"/>
          <p:cNvSpPr txBox="1">
            <a:spLocks noGrp="1"/>
          </p:cNvSpPr>
          <p:nvPr>
            <p:ph type="subTitle" idx="1"/>
          </p:nvPr>
        </p:nvSpPr>
        <p:spPr>
          <a:xfrm>
            <a:off x="3443750" y="3621269"/>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56" name="Google Shape;156;p53"/>
          <p:cNvSpPr txBox="1">
            <a:spLocks noGrp="1"/>
          </p:cNvSpPr>
          <p:nvPr>
            <p:ph type="subTitle" idx="2"/>
          </p:nvPr>
        </p:nvSpPr>
        <p:spPr>
          <a:xfrm>
            <a:off x="3051250" y="26383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57" name="Google Shape;157;p53"/>
          <p:cNvSpPr txBox="1">
            <a:spLocks noGrp="1"/>
          </p:cNvSpPr>
          <p:nvPr>
            <p:ph type="subTitle" idx="3"/>
          </p:nvPr>
        </p:nvSpPr>
        <p:spPr>
          <a:xfrm>
            <a:off x="3051250" y="23304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58" name="Google Shape;158;p53"/>
          <p:cNvSpPr txBox="1">
            <a:spLocks noGrp="1"/>
          </p:cNvSpPr>
          <p:nvPr>
            <p:ph type="subTitle" idx="4"/>
          </p:nvPr>
        </p:nvSpPr>
        <p:spPr>
          <a:xfrm>
            <a:off x="2624725" y="16554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59" name="Google Shape;159;p53"/>
          <p:cNvSpPr txBox="1">
            <a:spLocks noGrp="1"/>
          </p:cNvSpPr>
          <p:nvPr>
            <p:ph type="subTitle" idx="5"/>
          </p:nvPr>
        </p:nvSpPr>
        <p:spPr>
          <a:xfrm>
            <a:off x="2624725" y="13475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60" name="Google Shape;160;p53"/>
          <p:cNvSpPr txBox="1">
            <a:spLocks noGrp="1"/>
          </p:cNvSpPr>
          <p:nvPr>
            <p:ph type="subTitle" idx="6"/>
          </p:nvPr>
        </p:nvSpPr>
        <p:spPr>
          <a:xfrm>
            <a:off x="3443750" y="3313350"/>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61" name="Google Shape;161;p5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2" name="Google Shape;162;p5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3" name="Google Shape;163;p5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4" name="Google Shape;164;p5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5" name="Google Shape;165;p5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6" name="Google Shape;166;p5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7" name="Google Shape;167;p5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8" name="Google Shape;168;p5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9" name="Google Shape;169;p5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0" name="Google Shape;170;p5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1" name="Google Shape;171;p5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2" name="Google Shape;172;p5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3" name="Google Shape;173;p5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4" name="Google Shape;174;p5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5" name="Google Shape;175;p53"/>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6"/>
        <p:cNvGrpSpPr/>
        <p:nvPr/>
      </p:nvGrpSpPr>
      <p:grpSpPr>
        <a:xfrm>
          <a:off x="0" y="0"/>
          <a:ext cx="0" cy="0"/>
          <a:chOff x="0" y="0"/>
          <a:chExt cx="0" cy="0"/>
        </a:xfrm>
      </p:grpSpPr>
      <p:sp>
        <p:nvSpPr>
          <p:cNvPr id="177" name="Google Shape;177;p5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 name="Google Shape;178;p54"/>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54"/>
          <p:cNvSpPr txBox="1">
            <a:spLocks noGrp="1"/>
          </p:cNvSpPr>
          <p:nvPr>
            <p:ph type="subTitle" idx="1"/>
          </p:nvPr>
        </p:nvSpPr>
        <p:spPr>
          <a:xfrm>
            <a:off x="5596231" y="1767554"/>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0" name="Google Shape;180;p54"/>
          <p:cNvSpPr txBox="1">
            <a:spLocks noGrp="1"/>
          </p:cNvSpPr>
          <p:nvPr>
            <p:ph type="subTitle" idx="2"/>
          </p:nvPr>
        </p:nvSpPr>
        <p:spPr>
          <a:xfrm>
            <a:off x="2494725" y="1767558"/>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1" name="Google Shape;181;p54"/>
          <p:cNvSpPr txBox="1">
            <a:spLocks noGrp="1"/>
          </p:cNvSpPr>
          <p:nvPr>
            <p:ph type="subTitle" idx="3"/>
          </p:nvPr>
        </p:nvSpPr>
        <p:spPr>
          <a:xfrm>
            <a:off x="2494725" y="1389663"/>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2" name="Google Shape;182;p54"/>
          <p:cNvSpPr txBox="1">
            <a:spLocks noGrp="1"/>
          </p:cNvSpPr>
          <p:nvPr>
            <p:ph type="subTitle" idx="4"/>
          </p:nvPr>
        </p:nvSpPr>
        <p:spPr>
          <a:xfrm>
            <a:off x="5596225" y="1389663"/>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3" name="Google Shape;183;p54"/>
          <p:cNvSpPr txBox="1">
            <a:spLocks noGrp="1"/>
          </p:cNvSpPr>
          <p:nvPr>
            <p:ph type="subTitle" idx="5"/>
          </p:nvPr>
        </p:nvSpPr>
        <p:spPr>
          <a:xfrm>
            <a:off x="6030031" y="3371329"/>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4" name="Google Shape;184;p54"/>
          <p:cNvSpPr txBox="1">
            <a:spLocks noGrp="1"/>
          </p:cNvSpPr>
          <p:nvPr>
            <p:ph type="subTitle" idx="6"/>
          </p:nvPr>
        </p:nvSpPr>
        <p:spPr>
          <a:xfrm>
            <a:off x="2928525" y="3371333"/>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5" name="Google Shape;185;p54"/>
          <p:cNvSpPr txBox="1">
            <a:spLocks noGrp="1"/>
          </p:cNvSpPr>
          <p:nvPr>
            <p:ph type="subTitle" idx="7"/>
          </p:nvPr>
        </p:nvSpPr>
        <p:spPr>
          <a:xfrm>
            <a:off x="2928525" y="2993438"/>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6" name="Google Shape;186;p54"/>
          <p:cNvSpPr txBox="1">
            <a:spLocks noGrp="1"/>
          </p:cNvSpPr>
          <p:nvPr>
            <p:ph type="subTitle" idx="8"/>
          </p:nvPr>
        </p:nvSpPr>
        <p:spPr>
          <a:xfrm>
            <a:off x="6030025" y="2993438"/>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7" name="Google Shape;187;p5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8" name="Google Shape;188;p5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9" name="Google Shape;189;p5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0" name="Google Shape;190;p5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1" name="Google Shape;191;p5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2" name="Google Shape;192;p5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3" name="Google Shape;193;p5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4" name="Google Shape;194;p5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5" name="Google Shape;195;p5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6" name="Google Shape;196;p5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7" name="Google Shape;197;p5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8" name="Google Shape;198;p5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9" name="Google Shape;199;p5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0" name="Google Shape;200;p5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1" name="Google Shape;201;p54"/>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_8">
    <p:spTree>
      <p:nvGrpSpPr>
        <p:cNvPr id="1" name="Shape 202"/>
        <p:cNvGrpSpPr/>
        <p:nvPr/>
      </p:nvGrpSpPr>
      <p:grpSpPr>
        <a:xfrm>
          <a:off x="0" y="0"/>
          <a:ext cx="0" cy="0"/>
          <a:chOff x="0" y="0"/>
          <a:chExt cx="0" cy="0"/>
        </a:xfrm>
      </p:grpSpPr>
      <p:sp>
        <p:nvSpPr>
          <p:cNvPr id="203" name="Google Shape;203;p5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4" name="Google Shape;204;p55"/>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55"/>
          <p:cNvSpPr txBox="1">
            <a:spLocks noGrp="1"/>
          </p:cNvSpPr>
          <p:nvPr>
            <p:ph type="body" idx="1"/>
          </p:nvPr>
        </p:nvSpPr>
        <p:spPr>
          <a:xfrm>
            <a:off x="3306200" y="2227588"/>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a:endParaRPr/>
          </a:p>
        </p:txBody>
      </p:sp>
      <p:sp>
        <p:nvSpPr>
          <p:cNvPr id="206" name="Google Shape;206;p5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7" name="Google Shape;207;p5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8" name="Google Shape;208;p5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9" name="Google Shape;209;p5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0" name="Google Shape;210;p5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1" name="Google Shape;211;p5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2" name="Google Shape;212;p5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3" name="Google Shape;213;p5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4" name="Google Shape;214;p5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5" name="Google Shape;215;p5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6" name="Google Shape;216;p5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7" name="Google Shape;217;p5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8" name="Google Shape;218;p5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9" name="Google Shape;219;p5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20" name="Google Shape;220;p55"/>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1" name="Google Shape;221;p55"/>
          <p:cNvSpPr txBox="1">
            <a:spLocks noGrp="1"/>
          </p:cNvSpPr>
          <p:nvPr>
            <p:ph type="title" idx="2"/>
          </p:nvPr>
        </p:nvSpPr>
        <p:spPr>
          <a:xfrm flipH="1">
            <a:off x="2091200" y="2372263"/>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222" name="Google Shape;222;p55"/>
          <p:cNvSpPr txBox="1">
            <a:spLocks noGrp="1"/>
          </p:cNvSpPr>
          <p:nvPr>
            <p:ph type="body" idx="3"/>
          </p:nvPr>
        </p:nvSpPr>
        <p:spPr>
          <a:xfrm>
            <a:off x="3739600" y="3164425"/>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a:endParaRPr/>
          </a:p>
        </p:txBody>
      </p:sp>
      <p:sp>
        <p:nvSpPr>
          <p:cNvPr id="223" name="Google Shape;223;p55"/>
          <p:cNvSpPr txBox="1">
            <a:spLocks noGrp="1"/>
          </p:cNvSpPr>
          <p:nvPr>
            <p:ph type="title" idx="4"/>
          </p:nvPr>
        </p:nvSpPr>
        <p:spPr>
          <a:xfrm flipH="1">
            <a:off x="2524600" y="3309175"/>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224" name="Google Shape;224;p55"/>
          <p:cNvSpPr txBox="1">
            <a:spLocks noGrp="1"/>
          </p:cNvSpPr>
          <p:nvPr>
            <p:ph type="subTitle" idx="5"/>
          </p:nvPr>
        </p:nvSpPr>
        <p:spPr>
          <a:xfrm>
            <a:off x="1672200" y="1245150"/>
            <a:ext cx="5922000" cy="541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7">
    <p:spTree>
      <p:nvGrpSpPr>
        <p:cNvPr id="1" name="Shape 225"/>
        <p:cNvGrpSpPr/>
        <p:nvPr/>
      </p:nvGrpSpPr>
      <p:grpSpPr>
        <a:xfrm>
          <a:off x="0" y="0"/>
          <a:ext cx="0" cy="0"/>
          <a:chOff x="0" y="0"/>
          <a:chExt cx="0" cy="0"/>
        </a:xfrm>
      </p:grpSpPr>
      <p:sp>
        <p:nvSpPr>
          <p:cNvPr id="226" name="Google Shape;226;p56"/>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7" name="Google Shape;227;p56"/>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8" name="Google Shape;228;p56"/>
          <p:cNvSpPr txBox="1">
            <a:spLocks noGrp="1"/>
          </p:cNvSpPr>
          <p:nvPr>
            <p:ph type="title"/>
          </p:nvPr>
        </p:nvSpPr>
        <p:spPr>
          <a:xfrm>
            <a:off x="1134200" y="686250"/>
            <a:ext cx="5341200" cy="63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000">
                <a:solidFill>
                  <a:schemeClr val="dk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229" name="Google Shape;229;p56"/>
          <p:cNvSpPr txBox="1">
            <a:spLocks noGrp="1"/>
          </p:cNvSpPr>
          <p:nvPr>
            <p:ph type="subTitle" idx="1"/>
          </p:nvPr>
        </p:nvSpPr>
        <p:spPr>
          <a:xfrm>
            <a:off x="1664475" y="1323750"/>
            <a:ext cx="48108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8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
        <p:nvSpPr>
          <p:cNvPr id="230" name="Google Shape;230;p5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1" name="Google Shape;231;p5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2" name="Google Shape;232;p5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3" name="Google Shape;233;p5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4" name="Google Shape;234;p5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5" name="Google Shape;235;p5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6" name="Google Shape;236;p5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7" name="Google Shape;237;p5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8" name="Google Shape;238;p5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9" name="Google Shape;239;p5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0" name="Google Shape;240;p5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1" name="Google Shape;241;p5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2" name="Google Shape;242;p5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3" name="Google Shape;243;p5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4" name="Google Shape;244;p56"/>
          <p:cNvSpPr txBox="1">
            <a:spLocks noGrp="1"/>
          </p:cNvSpPr>
          <p:nvPr>
            <p:ph type="title" idx="2"/>
          </p:nvPr>
        </p:nvSpPr>
        <p:spPr>
          <a:xfrm>
            <a:off x="2100875" y="2016175"/>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245" name="Google Shape;245;p56"/>
          <p:cNvSpPr txBox="1">
            <a:spLocks noGrp="1"/>
          </p:cNvSpPr>
          <p:nvPr>
            <p:ph type="subTitle" idx="3"/>
          </p:nvPr>
        </p:nvSpPr>
        <p:spPr>
          <a:xfrm>
            <a:off x="2100875" y="2506366"/>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
        <p:nvSpPr>
          <p:cNvPr id="246" name="Google Shape;246;p56"/>
          <p:cNvSpPr txBox="1">
            <a:spLocks noGrp="1"/>
          </p:cNvSpPr>
          <p:nvPr>
            <p:ph type="title" idx="4"/>
          </p:nvPr>
        </p:nvSpPr>
        <p:spPr>
          <a:xfrm>
            <a:off x="2100875" y="3013959"/>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1"/>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247" name="Google Shape;247;p56"/>
          <p:cNvSpPr txBox="1">
            <a:spLocks noGrp="1"/>
          </p:cNvSpPr>
          <p:nvPr>
            <p:ph type="subTitle" idx="5"/>
          </p:nvPr>
        </p:nvSpPr>
        <p:spPr>
          <a:xfrm>
            <a:off x="2100875" y="3504150"/>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8"/>
        <p:cNvGrpSpPr/>
        <p:nvPr/>
      </p:nvGrpSpPr>
      <p:grpSpPr>
        <a:xfrm>
          <a:off x="0" y="0"/>
          <a:ext cx="0" cy="0"/>
          <a:chOff x="0" y="0"/>
          <a:chExt cx="0" cy="0"/>
        </a:xfrm>
      </p:grpSpPr>
      <p:sp>
        <p:nvSpPr>
          <p:cNvPr id="249" name="Google Shape;249;p57"/>
          <p:cNvSpPr txBox="1">
            <a:spLocks noGrp="1"/>
          </p:cNvSpPr>
          <p:nvPr>
            <p:ph type="title"/>
          </p:nvPr>
        </p:nvSpPr>
        <p:spPr>
          <a:xfrm>
            <a:off x="710125" y="542575"/>
            <a:ext cx="3861900" cy="142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0"/>
        <p:cNvGrpSpPr/>
        <p:nvPr/>
      </p:nvGrpSpPr>
      <p:grpSpPr>
        <a:xfrm>
          <a:off x="0" y="0"/>
          <a:ext cx="0" cy="0"/>
          <a:chOff x="0" y="0"/>
          <a:chExt cx="0" cy="0"/>
        </a:xfrm>
      </p:grpSpPr>
      <p:sp>
        <p:nvSpPr>
          <p:cNvPr id="251" name="Google Shape;251;p5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58"/>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58"/>
          <p:cNvSpPr txBox="1">
            <a:spLocks noGrp="1"/>
          </p:cNvSpPr>
          <p:nvPr>
            <p:ph type="title"/>
          </p:nvPr>
        </p:nvSpPr>
        <p:spPr>
          <a:xfrm>
            <a:off x="2673350" y="1194150"/>
            <a:ext cx="4281300" cy="1625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54" name="Google Shape;254;p5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5" name="Google Shape;255;p5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6" name="Google Shape;256;p5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7" name="Google Shape;257;p5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8" name="Google Shape;258;p5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9" name="Google Shape;259;p5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0" name="Google Shape;260;p5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1" name="Google Shape;261;p5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2" name="Google Shape;262;p5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3" name="Google Shape;263;p5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4" name="Google Shape;264;p5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5" name="Google Shape;265;p5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6" name="Google Shape;266;p5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7" name="Google Shape;267;p5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8"/>
        <p:cNvGrpSpPr/>
        <p:nvPr/>
      </p:nvGrpSpPr>
      <p:grpSpPr>
        <a:xfrm>
          <a:off x="0" y="0"/>
          <a:ext cx="0" cy="0"/>
          <a:chOff x="0" y="0"/>
          <a:chExt cx="0" cy="0"/>
        </a:xfrm>
      </p:grpSpPr>
      <p:sp>
        <p:nvSpPr>
          <p:cNvPr id="269" name="Google Shape;269;p5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0" name="Google Shape;270;p59"/>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1" name="Google Shape;271;p59"/>
          <p:cNvSpPr txBox="1">
            <a:spLocks noGrp="1"/>
          </p:cNvSpPr>
          <p:nvPr>
            <p:ph type="subTitle" idx="1"/>
          </p:nvPr>
        </p:nvSpPr>
        <p:spPr>
          <a:xfrm>
            <a:off x="1674500" y="2736550"/>
            <a:ext cx="3627600" cy="1017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272" name="Google Shape;272;p59"/>
          <p:cNvSpPr txBox="1">
            <a:spLocks noGrp="1"/>
          </p:cNvSpPr>
          <p:nvPr>
            <p:ph type="title"/>
          </p:nvPr>
        </p:nvSpPr>
        <p:spPr>
          <a:xfrm>
            <a:off x="1154275" y="1137700"/>
            <a:ext cx="3969900" cy="142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3" name="Google Shape;273;p5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4" name="Google Shape;274;p5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5" name="Google Shape;275;p5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6" name="Google Shape;276;p5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7" name="Google Shape;277;p5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8" name="Google Shape;278;p5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9" name="Google Shape;279;p5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0" name="Google Shape;280;p5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1" name="Google Shape;281;p5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2" name="Google Shape;282;p5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3" name="Google Shape;283;p5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4" name="Google Shape;284;p5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5" name="Google Shape;285;p5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6" name="Google Shape;286;p5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87"/>
        <p:cNvGrpSpPr/>
        <p:nvPr/>
      </p:nvGrpSpPr>
      <p:grpSpPr>
        <a:xfrm>
          <a:off x="0" y="0"/>
          <a:ext cx="0" cy="0"/>
          <a:chOff x="0" y="0"/>
          <a:chExt cx="0" cy="0"/>
        </a:xfrm>
      </p:grpSpPr>
      <p:sp>
        <p:nvSpPr>
          <p:cNvPr id="288" name="Google Shape;288;p6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9" name="Google Shape;289;p60"/>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0" name="Google Shape;290;p60"/>
          <p:cNvSpPr txBox="1">
            <a:spLocks noGrp="1"/>
          </p:cNvSpPr>
          <p:nvPr>
            <p:ph type="title" hasCustomPrompt="1"/>
          </p:nvPr>
        </p:nvSpPr>
        <p:spPr>
          <a:xfrm>
            <a:off x="1084225" y="1311425"/>
            <a:ext cx="6379200" cy="1018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91" name="Google Shape;291;p60"/>
          <p:cNvSpPr txBox="1">
            <a:spLocks noGrp="1"/>
          </p:cNvSpPr>
          <p:nvPr>
            <p:ph type="body" idx="1"/>
          </p:nvPr>
        </p:nvSpPr>
        <p:spPr>
          <a:xfrm>
            <a:off x="1554225" y="2486925"/>
            <a:ext cx="6689100" cy="528000"/>
          </a:xfrm>
          <a:prstGeom prst="rect">
            <a:avLst/>
          </a:prstGeom>
          <a:noFill/>
          <a:ln>
            <a:noFill/>
          </a:ln>
        </p:spPr>
        <p:txBody>
          <a:bodyPr spcFirstLastPara="1" wrap="square" lIns="91425" tIns="91425" rIns="91425" bIns="91425" anchor="ctr" anchorCtr="0">
            <a:noAutofit/>
          </a:bodyPr>
          <a:lstStyle>
            <a:lvl1pPr marL="457200" lvl="0" indent="-317500" algn="l">
              <a:lnSpc>
                <a:spcPct val="100000"/>
              </a:lnSpc>
              <a:spcBef>
                <a:spcPts val="0"/>
              </a:spcBef>
              <a:spcAft>
                <a:spcPts val="0"/>
              </a:spcAft>
              <a:buSzPts val="1400"/>
              <a:buChar char="●"/>
              <a:defRPr sz="1800">
                <a:solidFill>
                  <a:schemeClr val="accent3"/>
                </a:solidFill>
              </a:defRPr>
            </a:lvl1pPr>
            <a:lvl2pPr marL="914400" lvl="1" indent="-317500" algn="ctr">
              <a:lnSpc>
                <a:spcPct val="100000"/>
              </a:lnSpc>
              <a:spcBef>
                <a:spcPts val="0"/>
              </a:spcBef>
              <a:spcAft>
                <a:spcPts val="0"/>
              </a:spcAft>
              <a:buSzPts val="1400"/>
              <a:buChar char="○"/>
              <a:defRPr/>
            </a:lvl2pPr>
            <a:lvl3pPr marL="1371600" lvl="2" indent="-317500" algn="ctr">
              <a:lnSpc>
                <a:spcPct val="100000"/>
              </a:lnSpc>
              <a:spcBef>
                <a:spcPts val="0"/>
              </a:spcBef>
              <a:spcAft>
                <a:spcPts val="0"/>
              </a:spcAft>
              <a:buSzPts val="1400"/>
              <a:buChar char="■"/>
              <a:defRPr/>
            </a:lvl3pPr>
            <a:lvl4pPr marL="1828800" lvl="3" indent="-317500" algn="ctr">
              <a:lnSpc>
                <a:spcPct val="100000"/>
              </a:lnSpc>
              <a:spcBef>
                <a:spcPts val="0"/>
              </a:spcBef>
              <a:spcAft>
                <a:spcPts val="0"/>
              </a:spcAft>
              <a:buSzPts val="1400"/>
              <a:buChar char="●"/>
              <a:defRPr/>
            </a:lvl4pPr>
            <a:lvl5pPr marL="2286000" lvl="4" indent="-317500" algn="ctr">
              <a:lnSpc>
                <a:spcPct val="100000"/>
              </a:lnSpc>
              <a:spcBef>
                <a:spcPts val="0"/>
              </a:spcBef>
              <a:spcAft>
                <a:spcPts val="0"/>
              </a:spcAft>
              <a:buSzPts val="1400"/>
              <a:buChar char="○"/>
              <a:defRPr/>
            </a:lvl5pPr>
            <a:lvl6pPr marL="2743200" lvl="5" indent="-317500" algn="ctr">
              <a:lnSpc>
                <a:spcPct val="100000"/>
              </a:lnSpc>
              <a:spcBef>
                <a:spcPts val="0"/>
              </a:spcBef>
              <a:spcAft>
                <a:spcPts val="0"/>
              </a:spcAft>
              <a:buSzPts val="1400"/>
              <a:buChar char="■"/>
              <a:defRPr/>
            </a:lvl6pPr>
            <a:lvl7pPr marL="3200400" lvl="6" indent="-317500" algn="ctr">
              <a:lnSpc>
                <a:spcPct val="100000"/>
              </a:lnSpc>
              <a:spcBef>
                <a:spcPts val="0"/>
              </a:spcBef>
              <a:spcAft>
                <a:spcPts val="0"/>
              </a:spcAft>
              <a:buSzPts val="1400"/>
              <a:buChar char="●"/>
              <a:defRPr/>
            </a:lvl7pPr>
            <a:lvl8pPr marL="3657600" lvl="7" indent="-317500" algn="ctr">
              <a:lnSpc>
                <a:spcPct val="100000"/>
              </a:lnSpc>
              <a:spcBef>
                <a:spcPts val="0"/>
              </a:spcBef>
              <a:spcAft>
                <a:spcPts val="0"/>
              </a:spcAft>
              <a:buSzPts val="1400"/>
              <a:buChar char="○"/>
              <a:defRPr/>
            </a:lvl8pPr>
            <a:lvl9pPr marL="4114800" lvl="8" indent="-317500" algn="ctr">
              <a:lnSpc>
                <a:spcPct val="100000"/>
              </a:lnSpc>
              <a:spcBef>
                <a:spcPts val="0"/>
              </a:spcBef>
              <a:spcAft>
                <a:spcPts val="0"/>
              </a:spcAft>
              <a:buSzPts val="1400"/>
              <a:buChar char="■"/>
              <a:defRPr/>
            </a:lvl9pPr>
          </a:lstStyle>
          <a:p>
            <a:endParaRPr/>
          </a:p>
        </p:txBody>
      </p:sp>
      <p:sp>
        <p:nvSpPr>
          <p:cNvPr id="292" name="Google Shape;292;p6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3" name="Google Shape;293;p6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4" name="Google Shape;294;p6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5" name="Google Shape;295;p6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6" name="Google Shape;296;p6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7" name="Google Shape;297;p6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8" name="Google Shape;298;p6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9" name="Google Shape;299;p6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0" name="Google Shape;300;p6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1" name="Google Shape;301;p6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2" name="Google Shape;302;p6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3" name="Google Shape;303;p6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4" name="Google Shape;304;p6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5" name="Google Shape;305;p6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306"/>
        <p:cNvGrpSpPr/>
        <p:nvPr/>
      </p:nvGrpSpPr>
      <p:grpSpPr>
        <a:xfrm>
          <a:off x="0" y="0"/>
          <a:ext cx="0" cy="0"/>
          <a:chOff x="0" y="0"/>
          <a:chExt cx="0" cy="0"/>
        </a:xfrm>
      </p:grpSpPr>
      <p:sp>
        <p:nvSpPr>
          <p:cNvPr id="307" name="Google Shape;307;p61"/>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8" name="Google Shape;308;p61"/>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9" name="Google Shape;309;p61"/>
          <p:cNvSpPr txBox="1">
            <a:spLocks noGrp="1"/>
          </p:cNvSpPr>
          <p:nvPr>
            <p:ph type="title"/>
          </p:nvPr>
        </p:nvSpPr>
        <p:spPr>
          <a:xfrm>
            <a:off x="1752950" y="3005100"/>
            <a:ext cx="6109200" cy="37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4200"/>
              <a:buNone/>
              <a:defRPr sz="1800">
                <a:solidFill>
                  <a:schemeClr val="dk2"/>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10" name="Google Shape;310;p61"/>
          <p:cNvSpPr txBox="1">
            <a:spLocks noGrp="1"/>
          </p:cNvSpPr>
          <p:nvPr>
            <p:ph type="subTitle" idx="1"/>
          </p:nvPr>
        </p:nvSpPr>
        <p:spPr>
          <a:xfrm>
            <a:off x="1752950" y="1764900"/>
            <a:ext cx="6109200" cy="124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sz="2000">
                <a:solidFill>
                  <a:schemeClr val="accent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1" name="Google Shape;311;p61"/>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2" name="Google Shape;312;p61"/>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3" name="Google Shape;313;p61"/>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4" name="Google Shape;314;p61"/>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5" name="Google Shape;315;p61"/>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6" name="Google Shape;316;p61"/>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7" name="Google Shape;317;p61"/>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8" name="Google Shape;318;p61"/>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9" name="Google Shape;319;p61"/>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0" name="Google Shape;320;p61"/>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1" name="Google Shape;321;p61"/>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2" name="Google Shape;322;p61"/>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3" name="Google Shape;323;p61"/>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4" name="Google Shape;324;p61"/>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6">
    <p:spTree>
      <p:nvGrpSpPr>
        <p:cNvPr id="1" name="Shape 325"/>
        <p:cNvGrpSpPr/>
        <p:nvPr/>
      </p:nvGrpSpPr>
      <p:grpSpPr>
        <a:xfrm>
          <a:off x="0" y="0"/>
          <a:ext cx="0" cy="0"/>
          <a:chOff x="0" y="0"/>
          <a:chExt cx="0" cy="0"/>
        </a:xfrm>
      </p:grpSpPr>
      <p:sp>
        <p:nvSpPr>
          <p:cNvPr id="326" name="Google Shape;326;p62"/>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7" name="Google Shape;327;p62"/>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8" name="Google Shape;328;p62"/>
          <p:cNvSpPr txBox="1">
            <a:spLocks noGrp="1"/>
          </p:cNvSpPr>
          <p:nvPr>
            <p:ph type="subTitle" idx="1"/>
          </p:nvPr>
        </p:nvSpPr>
        <p:spPr>
          <a:xfrm>
            <a:off x="1679425" y="1587644"/>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29" name="Google Shape;329;p62"/>
          <p:cNvSpPr txBox="1">
            <a:spLocks noGrp="1"/>
          </p:cNvSpPr>
          <p:nvPr>
            <p:ph type="subTitle" idx="2"/>
          </p:nvPr>
        </p:nvSpPr>
        <p:spPr>
          <a:xfrm>
            <a:off x="1679425" y="126990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0" name="Google Shape;330;p62"/>
          <p:cNvSpPr txBox="1">
            <a:spLocks noGrp="1"/>
          </p:cNvSpPr>
          <p:nvPr>
            <p:ph type="subTitle" idx="3"/>
          </p:nvPr>
        </p:nvSpPr>
        <p:spPr>
          <a:xfrm>
            <a:off x="2536285" y="3541351"/>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1" name="Google Shape;331;p62"/>
          <p:cNvSpPr txBox="1">
            <a:spLocks noGrp="1"/>
          </p:cNvSpPr>
          <p:nvPr>
            <p:ph type="subTitle" idx="4"/>
          </p:nvPr>
        </p:nvSpPr>
        <p:spPr>
          <a:xfrm>
            <a:off x="2536286" y="322145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2" name="Google Shape;332;p62"/>
          <p:cNvSpPr txBox="1">
            <a:spLocks noGrp="1"/>
          </p:cNvSpPr>
          <p:nvPr>
            <p:ph type="subTitle" idx="5"/>
          </p:nvPr>
        </p:nvSpPr>
        <p:spPr>
          <a:xfrm>
            <a:off x="4994100" y="1577676"/>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3" name="Google Shape;333;p62"/>
          <p:cNvSpPr txBox="1">
            <a:spLocks noGrp="1"/>
          </p:cNvSpPr>
          <p:nvPr>
            <p:ph type="subTitle" idx="6"/>
          </p:nvPr>
        </p:nvSpPr>
        <p:spPr>
          <a:xfrm>
            <a:off x="4994100" y="12577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4" name="Google Shape;334;p62"/>
          <p:cNvSpPr txBox="1">
            <a:spLocks noGrp="1"/>
          </p:cNvSpPr>
          <p:nvPr>
            <p:ph type="subTitle" idx="7"/>
          </p:nvPr>
        </p:nvSpPr>
        <p:spPr>
          <a:xfrm>
            <a:off x="2099975"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5" name="Google Shape;335;p62"/>
          <p:cNvSpPr txBox="1">
            <a:spLocks noGrp="1"/>
          </p:cNvSpPr>
          <p:nvPr>
            <p:ph type="subTitle" idx="8"/>
          </p:nvPr>
        </p:nvSpPr>
        <p:spPr>
          <a:xfrm>
            <a:off x="2099975"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6" name="Google Shape;336;p62"/>
          <p:cNvSpPr txBox="1">
            <a:spLocks noGrp="1"/>
          </p:cNvSpPr>
          <p:nvPr>
            <p:ph type="subTitle" idx="9"/>
          </p:nvPr>
        </p:nvSpPr>
        <p:spPr>
          <a:xfrm>
            <a:off x="5414650"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7" name="Google Shape;337;p62"/>
          <p:cNvSpPr txBox="1">
            <a:spLocks noGrp="1"/>
          </p:cNvSpPr>
          <p:nvPr>
            <p:ph type="subTitle" idx="13"/>
          </p:nvPr>
        </p:nvSpPr>
        <p:spPr>
          <a:xfrm>
            <a:off x="5414650"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8" name="Google Shape;338;p62"/>
          <p:cNvSpPr txBox="1">
            <a:spLocks noGrp="1"/>
          </p:cNvSpPr>
          <p:nvPr>
            <p:ph type="subTitle" idx="14"/>
          </p:nvPr>
        </p:nvSpPr>
        <p:spPr>
          <a:xfrm>
            <a:off x="5846735" y="355131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9" name="Google Shape;339;p62"/>
          <p:cNvSpPr txBox="1">
            <a:spLocks noGrp="1"/>
          </p:cNvSpPr>
          <p:nvPr>
            <p:ph type="subTitle" idx="15"/>
          </p:nvPr>
        </p:nvSpPr>
        <p:spPr>
          <a:xfrm>
            <a:off x="5846736" y="32335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40" name="Google Shape;340;p6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1" name="Google Shape;341;p6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2" name="Google Shape;342;p6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3" name="Google Shape;343;p6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4" name="Google Shape;344;p6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5" name="Google Shape;345;p6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6" name="Google Shape;346;p6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7" name="Google Shape;347;p6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8" name="Google Shape;348;p6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9" name="Google Shape;349;p6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0" name="Google Shape;350;p6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1" name="Google Shape;351;p6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2" name="Google Shape;352;p6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3" name="Google Shape;353;p6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4" name="Google Shape;354;p62"/>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9_1">
    <p:spTree>
      <p:nvGrpSpPr>
        <p:cNvPr id="1" name="Shape 355"/>
        <p:cNvGrpSpPr/>
        <p:nvPr/>
      </p:nvGrpSpPr>
      <p:grpSpPr>
        <a:xfrm>
          <a:off x="0" y="0"/>
          <a:ext cx="0" cy="0"/>
          <a:chOff x="0" y="0"/>
          <a:chExt cx="0" cy="0"/>
        </a:xfrm>
      </p:grpSpPr>
      <p:sp>
        <p:nvSpPr>
          <p:cNvPr id="356" name="Google Shape;356;p6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7" name="Google Shape;357;p63"/>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8" name="Google Shape;358;p63"/>
          <p:cNvSpPr txBox="1">
            <a:spLocks noGrp="1"/>
          </p:cNvSpPr>
          <p:nvPr>
            <p:ph type="subTitle" idx="1"/>
          </p:nvPr>
        </p:nvSpPr>
        <p:spPr>
          <a:xfrm>
            <a:off x="1667256" y="2355825"/>
            <a:ext cx="2891100" cy="156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sz="1600">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359" name="Google Shape;359;p63"/>
          <p:cNvSpPr txBox="1">
            <a:spLocks noGrp="1"/>
          </p:cNvSpPr>
          <p:nvPr>
            <p:ph type="title"/>
          </p:nvPr>
        </p:nvSpPr>
        <p:spPr>
          <a:xfrm>
            <a:off x="1121875" y="1183920"/>
            <a:ext cx="2891100" cy="112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0" name="Google Shape;360;p6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1" name="Google Shape;361;p6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2" name="Google Shape;362;p6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3" name="Google Shape;363;p6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4" name="Google Shape;364;p6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5" name="Google Shape;365;p6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6" name="Google Shape;366;p6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7" name="Google Shape;367;p6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8" name="Google Shape;368;p6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9" name="Google Shape;369;p6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0" name="Google Shape;370;p6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1" name="Google Shape;371;p6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2" name="Google Shape;372;p6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3" name="Google Shape;373;p6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374"/>
        <p:cNvGrpSpPr/>
        <p:nvPr/>
      </p:nvGrpSpPr>
      <p:grpSpPr>
        <a:xfrm>
          <a:off x="0" y="0"/>
          <a:ext cx="0" cy="0"/>
          <a:chOff x="0" y="0"/>
          <a:chExt cx="0" cy="0"/>
        </a:xfrm>
      </p:grpSpPr>
      <p:sp>
        <p:nvSpPr>
          <p:cNvPr id="375" name="Google Shape;375;p6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6" name="Google Shape;376;p64"/>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7" name="Google Shape;377;p64"/>
          <p:cNvSpPr txBox="1">
            <a:spLocks noGrp="1"/>
          </p:cNvSpPr>
          <p:nvPr>
            <p:ph type="ctrTitle"/>
          </p:nvPr>
        </p:nvSpPr>
        <p:spPr>
          <a:xfrm>
            <a:off x="1139125" y="582056"/>
            <a:ext cx="3064500" cy="53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5200"/>
              <a:buN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78" name="Google Shape;378;p64"/>
          <p:cNvSpPr txBox="1">
            <a:spLocks noGrp="1"/>
          </p:cNvSpPr>
          <p:nvPr>
            <p:ph type="subTitle" idx="1"/>
          </p:nvPr>
        </p:nvSpPr>
        <p:spPr>
          <a:xfrm>
            <a:off x="2064825" y="1695725"/>
            <a:ext cx="3720600" cy="702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79" name="Google Shape;379;p64"/>
          <p:cNvSpPr txBox="1">
            <a:spLocks noGrp="1"/>
          </p:cNvSpPr>
          <p:nvPr>
            <p:ph type="subTitle" idx="2"/>
          </p:nvPr>
        </p:nvSpPr>
        <p:spPr>
          <a:xfrm>
            <a:off x="1570575" y="1261025"/>
            <a:ext cx="4572000" cy="434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0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80" name="Google Shape;380;p6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1" name="Google Shape;381;p6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2" name="Google Shape;382;p6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3" name="Google Shape;383;p6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4" name="Google Shape;384;p6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5" name="Google Shape;385;p6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6" name="Google Shape;386;p6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7" name="Google Shape;387;p6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8" name="Google Shape;388;p6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9" name="Google Shape;389;p6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0" name="Google Shape;390;p6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1" name="Google Shape;391;p6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2" name="Google Shape;392;p6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3" name="Google Shape;393;p6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4" name="Google Shape;394;p64"/>
          <p:cNvSpPr txBox="1"/>
          <p:nvPr/>
        </p:nvSpPr>
        <p:spPr>
          <a:xfrm>
            <a:off x="2912425" y="3087263"/>
            <a:ext cx="4418100" cy="63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CREDITS: This presentation template was created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2"/>
              </a:rPr>
              <a:t>Slidesgo</a:t>
            </a: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 including icons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3"/>
              </a:rPr>
              <a:t>Flaticon</a:t>
            </a: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 and infographics &amp; images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4"/>
              </a:rPr>
              <a:t>Freepik</a:t>
            </a:r>
            <a:endParaRPr sz="1200" b="1" i="0" u="sng"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9_1_1">
    <p:spTree>
      <p:nvGrpSpPr>
        <p:cNvPr id="1" name="Shape 395"/>
        <p:cNvGrpSpPr/>
        <p:nvPr/>
      </p:nvGrpSpPr>
      <p:grpSpPr>
        <a:xfrm>
          <a:off x="0" y="0"/>
          <a:ext cx="0" cy="0"/>
          <a:chOff x="0" y="0"/>
          <a:chExt cx="0" cy="0"/>
        </a:xfrm>
      </p:grpSpPr>
      <p:sp>
        <p:nvSpPr>
          <p:cNvPr id="396" name="Google Shape;396;p6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7" name="Google Shape;397;p65"/>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8" name="Google Shape;398;p6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9" name="Google Shape;399;p6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0" name="Google Shape;400;p6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1" name="Google Shape;401;p6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2" name="Google Shape;402;p6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3" name="Google Shape;403;p6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4" name="Google Shape;404;p6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5" name="Google Shape;405;p6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6" name="Google Shape;406;p6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7" name="Google Shape;407;p6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8" name="Google Shape;408;p6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9" name="Google Shape;409;p6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0" name="Google Shape;410;p6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1" name="Google Shape;411;p6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2" name="Google Shape;412;p65"/>
          <p:cNvSpPr txBox="1">
            <a:spLocks noGrp="1"/>
          </p:cNvSpPr>
          <p:nvPr>
            <p:ph type="body" idx="1"/>
          </p:nvPr>
        </p:nvSpPr>
        <p:spPr>
          <a:xfrm>
            <a:off x="2090500" y="1956600"/>
            <a:ext cx="5111400" cy="21096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accent3"/>
              </a:buClr>
              <a:buSzPts val="1400"/>
              <a:buChar char="∗"/>
              <a:defRPr sz="2000">
                <a:solidFill>
                  <a:schemeClr val="accent3"/>
                </a:solidFill>
              </a:defRPr>
            </a:lvl1pPr>
            <a:lvl2pPr marL="914400" lvl="1" indent="-330200" algn="l">
              <a:lnSpc>
                <a:spcPct val="100000"/>
              </a:lnSpc>
              <a:spcBef>
                <a:spcPts val="0"/>
              </a:spcBef>
              <a:spcAft>
                <a:spcPts val="0"/>
              </a:spcAft>
              <a:buClr>
                <a:schemeClr val="accent3"/>
              </a:buClr>
              <a:buSzPts val="1600"/>
              <a:buFont typeface="Montserrat"/>
              <a:buChar char="○"/>
              <a:defRPr sz="1200">
                <a:solidFill>
                  <a:schemeClr val="accent3"/>
                </a:solidFill>
              </a:defRPr>
            </a:lvl2pPr>
            <a:lvl3pPr marL="1371600" lvl="2" indent="-330200" algn="l">
              <a:lnSpc>
                <a:spcPct val="100000"/>
              </a:lnSpc>
              <a:spcBef>
                <a:spcPts val="0"/>
              </a:spcBef>
              <a:spcAft>
                <a:spcPts val="0"/>
              </a:spcAft>
              <a:buClr>
                <a:schemeClr val="accent3"/>
              </a:buClr>
              <a:buSzPts val="1600"/>
              <a:buFont typeface="Montserrat"/>
              <a:buChar char="■"/>
              <a:defRPr>
                <a:solidFill>
                  <a:schemeClr val="accent3"/>
                </a:solidFill>
              </a:defRPr>
            </a:lvl3pPr>
            <a:lvl4pPr marL="1828800" lvl="3" indent="-330200" algn="l">
              <a:lnSpc>
                <a:spcPct val="100000"/>
              </a:lnSpc>
              <a:spcBef>
                <a:spcPts val="0"/>
              </a:spcBef>
              <a:spcAft>
                <a:spcPts val="0"/>
              </a:spcAft>
              <a:buClr>
                <a:schemeClr val="accent3"/>
              </a:buClr>
              <a:buSzPts val="1600"/>
              <a:buFont typeface="Montserrat"/>
              <a:buChar char="●"/>
              <a:defRPr>
                <a:solidFill>
                  <a:schemeClr val="accent3"/>
                </a:solidFill>
              </a:defRPr>
            </a:lvl4pPr>
            <a:lvl5pPr marL="2286000" lvl="4" indent="-330200" algn="l">
              <a:lnSpc>
                <a:spcPct val="100000"/>
              </a:lnSpc>
              <a:spcBef>
                <a:spcPts val="0"/>
              </a:spcBef>
              <a:spcAft>
                <a:spcPts val="0"/>
              </a:spcAft>
              <a:buClr>
                <a:schemeClr val="accent3"/>
              </a:buClr>
              <a:buSzPts val="1600"/>
              <a:buFont typeface="Montserrat"/>
              <a:buChar char="○"/>
              <a:defRPr>
                <a:solidFill>
                  <a:schemeClr val="accent3"/>
                </a:solidFill>
              </a:defRPr>
            </a:lvl5pPr>
            <a:lvl6pPr marL="2743200" lvl="5" indent="-330200" algn="l">
              <a:lnSpc>
                <a:spcPct val="100000"/>
              </a:lnSpc>
              <a:spcBef>
                <a:spcPts val="0"/>
              </a:spcBef>
              <a:spcAft>
                <a:spcPts val="0"/>
              </a:spcAft>
              <a:buClr>
                <a:schemeClr val="accent3"/>
              </a:buClr>
              <a:buSzPts val="1600"/>
              <a:buFont typeface="Montserrat"/>
              <a:buChar char="■"/>
              <a:defRPr>
                <a:solidFill>
                  <a:schemeClr val="accent3"/>
                </a:solidFill>
              </a:defRPr>
            </a:lvl6pPr>
            <a:lvl7pPr marL="3200400" lvl="6" indent="-330200" algn="l">
              <a:lnSpc>
                <a:spcPct val="100000"/>
              </a:lnSpc>
              <a:spcBef>
                <a:spcPts val="0"/>
              </a:spcBef>
              <a:spcAft>
                <a:spcPts val="0"/>
              </a:spcAft>
              <a:buClr>
                <a:schemeClr val="accent3"/>
              </a:buClr>
              <a:buSzPts val="1600"/>
              <a:buFont typeface="Montserrat"/>
              <a:buChar char="●"/>
              <a:defRPr>
                <a:solidFill>
                  <a:schemeClr val="accent3"/>
                </a:solidFill>
              </a:defRPr>
            </a:lvl7pPr>
            <a:lvl8pPr marL="3657600" lvl="7" indent="-330200" algn="l">
              <a:lnSpc>
                <a:spcPct val="100000"/>
              </a:lnSpc>
              <a:spcBef>
                <a:spcPts val="0"/>
              </a:spcBef>
              <a:spcAft>
                <a:spcPts val="0"/>
              </a:spcAft>
              <a:buClr>
                <a:schemeClr val="accent3"/>
              </a:buClr>
              <a:buSzPts val="1600"/>
              <a:buFont typeface="Montserrat"/>
              <a:buChar char="○"/>
              <a:defRPr>
                <a:solidFill>
                  <a:schemeClr val="accent3"/>
                </a:solidFill>
              </a:defRPr>
            </a:lvl8pPr>
            <a:lvl9pPr marL="4114800" lvl="8" indent="-330200" algn="l">
              <a:lnSpc>
                <a:spcPct val="100000"/>
              </a:lnSpc>
              <a:spcBef>
                <a:spcPts val="0"/>
              </a:spcBef>
              <a:spcAft>
                <a:spcPts val="0"/>
              </a:spcAft>
              <a:buClr>
                <a:schemeClr val="accent3"/>
              </a:buClr>
              <a:buSzPts val="1600"/>
              <a:buFont typeface="Montserrat"/>
              <a:buChar char="■"/>
              <a:defRPr>
                <a:solidFill>
                  <a:schemeClr val="accent3"/>
                </a:solidFill>
              </a:defRPr>
            </a:lvl9pPr>
          </a:lstStyle>
          <a:p>
            <a:endParaRPr/>
          </a:p>
        </p:txBody>
      </p:sp>
      <p:sp>
        <p:nvSpPr>
          <p:cNvPr id="413" name="Google Shape;413;p65"/>
          <p:cNvSpPr txBox="1">
            <a:spLocks noGrp="1"/>
          </p:cNvSpPr>
          <p:nvPr>
            <p:ph type="subTitle" idx="2"/>
          </p:nvPr>
        </p:nvSpPr>
        <p:spPr>
          <a:xfrm>
            <a:off x="1676975" y="1309850"/>
            <a:ext cx="54507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2000"/>
              <a:buNone/>
              <a:defRPr>
                <a:solidFill>
                  <a:schemeClr val="accent3"/>
                </a:solidFill>
              </a:defRPr>
            </a:lvl1pPr>
            <a:lvl2pPr lvl="1" algn="ctr">
              <a:lnSpc>
                <a:spcPct val="100000"/>
              </a:lnSpc>
              <a:spcBef>
                <a:spcPts val="0"/>
              </a:spcBef>
              <a:spcAft>
                <a:spcPts val="0"/>
              </a:spcAft>
              <a:buClr>
                <a:schemeClr val="accent3"/>
              </a:buClr>
              <a:buSzPts val="2000"/>
              <a:buNone/>
              <a:defRPr sz="2000" b="1">
                <a:solidFill>
                  <a:schemeClr val="accent3"/>
                </a:solidFill>
              </a:defRPr>
            </a:lvl2pPr>
            <a:lvl3pPr lvl="2" algn="ctr">
              <a:lnSpc>
                <a:spcPct val="100000"/>
              </a:lnSpc>
              <a:spcBef>
                <a:spcPts val="0"/>
              </a:spcBef>
              <a:spcAft>
                <a:spcPts val="0"/>
              </a:spcAft>
              <a:buClr>
                <a:schemeClr val="accent3"/>
              </a:buClr>
              <a:buSzPts val="2000"/>
              <a:buNone/>
              <a:defRPr sz="2000" b="1">
                <a:solidFill>
                  <a:schemeClr val="accent3"/>
                </a:solidFill>
              </a:defRPr>
            </a:lvl3pPr>
            <a:lvl4pPr lvl="3" algn="ctr">
              <a:lnSpc>
                <a:spcPct val="100000"/>
              </a:lnSpc>
              <a:spcBef>
                <a:spcPts val="0"/>
              </a:spcBef>
              <a:spcAft>
                <a:spcPts val="0"/>
              </a:spcAft>
              <a:buClr>
                <a:schemeClr val="accent3"/>
              </a:buClr>
              <a:buSzPts val="2000"/>
              <a:buNone/>
              <a:defRPr sz="2000" b="1">
                <a:solidFill>
                  <a:schemeClr val="accent3"/>
                </a:solidFill>
              </a:defRPr>
            </a:lvl4pPr>
            <a:lvl5pPr lvl="4" algn="ctr">
              <a:lnSpc>
                <a:spcPct val="100000"/>
              </a:lnSpc>
              <a:spcBef>
                <a:spcPts val="0"/>
              </a:spcBef>
              <a:spcAft>
                <a:spcPts val="0"/>
              </a:spcAft>
              <a:buClr>
                <a:schemeClr val="accent3"/>
              </a:buClr>
              <a:buSzPts val="2000"/>
              <a:buNone/>
              <a:defRPr sz="2000" b="1">
                <a:solidFill>
                  <a:schemeClr val="accent3"/>
                </a:solidFill>
              </a:defRPr>
            </a:lvl5pPr>
            <a:lvl6pPr lvl="5" algn="ctr">
              <a:lnSpc>
                <a:spcPct val="100000"/>
              </a:lnSpc>
              <a:spcBef>
                <a:spcPts val="0"/>
              </a:spcBef>
              <a:spcAft>
                <a:spcPts val="0"/>
              </a:spcAft>
              <a:buClr>
                <a:schemeClr val="accent3"/>
              </a:buClr>
              <a:buSzPts val="2000"/>
              <a:buNone/>
              <a:defRPr sz="2000" b="1">
                <a:solidFill>
                  <a:schemeClr val="accent3"/>
                </a:solidFill>
              </a:defRPr>
            </a:lvl6pPr>
            <a:lvl7pPr lvl="6" algn="ctr">
              <a:lnSpc>
                <a:spcPct val="100000"/>
              </a:lnSpc>
              <a:spcBef>
                <a:spcPts val="0"/>
              </a:spcBef>
              <a:spcAft>
                <a:spcPts val="0"/>
              </a:spcAft>
              <a:buClr>
                <a:schemeClr val="accent3"/>
              </a:buClr>
              <a:buSzPts val="2000"/>
              <a:buNone/>
              <a:defRPr sz="2000" b="1">
                <a:solidFill>
                  <a:schemeClr val="accent3"/>
                </a:solidFill>
              </a:defRPr>
            </a:lvl7pPr>
            <a:lvl8pPr lvl="7" algn="ctr">
              <a:lnSpc>
                <a:spcPct val="100000"/>
              </a:lnSpc>
              <a:spcBef>
                <a:spcPts val="0"/>
              </a:spcBef>
              <a:spcAft>
                <a:spcPts val="0"/>
              </a:spcAft>
              <a:buClr>
                <a:schemeClr val="accent3"/>
              </a:buClr>
              <a:buSzPts val="2000"/>
              <a:buNone/>
              <a:defRPr sz="2000" b="1">
                <a:solidFill>
                  <a:schemeClr val="accent3"/>
                </a:solidFill>
              </a:defRPr>
            </a:lvl8pPr>
            <a:lvl9pPr lvl="8" algn="ctr">
              <a:lnSpc>
                <a:spcPct val="100000"/>
              </a:lnSpc>
              <a:spcBef>
                <a:spcPts val="0"/>
              </a:spcBef>
              <a:spcAft>
                <a:spcPts val="0"/>
              </a:spcAft>
              <a:buClr>
                <a:schemeClr val="accent3"/>
              </a:buClr>
              <a:buSzPts val="2000"/>
              <a:buNone/>
              <a:defRPr sz="2000" b="1">
                <a:solidFill>
                  <a:schemeClr val="accent3"/>
                </a:solidFill>
              </a:defRPr>
            </a:lvl9pPr>
          </a:lstStyle>
          <a:p>
            <a:endParaRPr/>
          </a:p>
        </p:txBody>
      </p:sp>
      <p:sp>
        <p:nvSpPr>
          <p:cNvPr id="414" name="Google Shape;414;p65"/>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41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
  <p:cSld name="CUSTOM_9">
    <p:spTree>
      <p:nvGrpSpPr>
        <p:cNvPr id="1" name="Shape 416"/>
        <p:cNvGrpSpPr/>
        <p:nvPr/>
      </p:nvGrpSpPr>
      <p:grpSpPr>
        <a:xfrm>
          <a:off x="0" y="0"/>
          <a:ext cx="0" cy="0"/>
          <a:chOff x="0" y="0"/>
          <a:chExt cx="0" cy="0"/>
        </a:xfrm>
      </p:grpSpPr>
      <p:sp>
        <p:nvSpPr>
          <p:cNvPr id="417" name="Google Shape;417;p6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8" name="Google Shape;418;p69"/>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9" name="Google Shape;419;p6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0" name="Google Shape;420;p6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1" name="Google Shape;421;p6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2" name="Google Shape;422;p6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3" name="Google Shape;423;p6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4" name="Google Shape;424;p6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5" name="Google Shape;425;p6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6" name="Google Shape;426;p6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7" name="Google Shape;427;p6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8" name="Google Shape;428;p6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9" name="Google Shape;429;p6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0" name="Google Shape;430;p6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1" name="Google Shape;431;p6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2" name="Google Shape;432;p6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CUSTOM_9_2">
    <p:spTree>
      <p:nvGrpSpPr>
        <p:cNvPr id="1" name="Shape 433"/>
        <p:cNvGrpSpPr/>
        <p:nvPr/>
      </p:nvGrpSpPr>
      <p:grpSpPr>
        <a:xfrm>
          <a:off x="0" y="0"/>
          <a:ext cx="0" cy="0"/>
          <a:chOff x="0" y="0"/>
          <a:chExt cx="0" cy="0"/>
        </a:xfrm>
      </p:grpSpPr>
      <p:sp>
        <p:nvSpPr>
          <p:cNvPr id="434" name="Google Shape;434;p7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5" name="Google Shape;435;p70"/>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6" name="Google Shape;436;p7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7" name="Google Shape;437;p7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8" name="Google Shape;438;p7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9" name="Google Shape;439;p7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0" name="Google Shape;440;p7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1" name="Google Shape;441;p7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2" name="Google Shape;442;p7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3" name="Google Shape;443;p7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4" name="Google Shape;444;p7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5" name="Google Shape;445;p7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6" name="Google Shape;446;p7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7" name="Google Shape;447;p7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8" name="Google Shape;448;p7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9" name="Google Shape;449;p7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
        <p:cNvGrpSpPr/>
        <p:nvPr/>
      </p:nvGrpSpPr>
      <p:grpSpPr>
        <a:xfrm>
          <a:off x="0" y="0"/>
          <a:ext cx="0" cy="0"/>
          <a:chOff x="0" y="0"/>
          <a:chExt cx="0" cy="0"/>
        </a:xfrm>
      </p:grpSpPr>
      <p:sp>
        <p:nvSpPr>
          <p:cNvPr id="6" name="Google Shape;6;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28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endParaRPr/>
          </a:p>
        </p:txBody>
      </p:sp>
      <p:sp>
        <p:nvSpPr>
          <p:cNvPr id="7" name="Google Shape;7;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marR="0" lvl="0"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12"/>
        <p:cNvGrpSpPr/>
        <p:nvPr/>
      </p:nvGrpSpPr>
      <p:grpSpPr>
        <a:xfrm>
          <a:off x="0" y="0"/>
          <a:ext cx="0" cy="0"/>
          <a:chOff x="0" y="0"/>
          <a:chExt cx="0" cy="0"/>
        </a:xfrm>
      </p:grpSpPr>
      <p:sp>
        <p:nvSpPr>
          <p:cNvPr id="5" name="Google Shape;813;p13"/>
          <p:cNvSpPr txBox="1">
            <a:spLocks noGrp="1"/>
          </p:cNvSpPr>
          <p:nvPr>
            <p:ph type="title"/>
          </p:nvPr>
        </p:nvSpPr>
        <p:spPr>
          <a:xfrm>
            <a:off x="709930" y="542290"/>
            <a:ext cx="4483735" cy="1536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GB">
                <a:solidFill>
                  <a:schemeClr val="accent2"/>
                </a:solidFill>
              </a:rPr>
              <a:t>‘</a:t>
            </a:r>
            <a:r>
              <a:rPr lang="es-AR" altLang="en-GB" b="1">
                <a:solidFill>
                  <a:schemeClr val="accent2"/>
                </a:solidFill>
              </a:rPr>
              <a:t>Unidad </a:t>
            </a:r>
            <a:r>
              <a:rPr lang="es-MX" altLang="es-AR" b="1">
                <a:solidFill>
                  <a:schemeClr val="accent2"/>
                </a:solidFill>
              </a:rPr>
              <a:t>3</a:t>
            </a:r>
            <a:r>
              <a:rPr lang="es-AR" altLang="en-GB" b="1">
                <a:solidFill>
                  <a:schemeClr val="accent2"/>
                </a:solidFill>
              </a:rPr>
              <a:t>:</a:t>
            </a:r>
            <a:r>
              <a:rPr lang="en-GB">
                <a:solidFill>
                  <a:schemeClr val="accent2"/>
                </a:solidFill>
              </a:rPr>
              <a:t>’</a:t>
            </a:r>
            <a:r>
              <a:rPr lang="en-GB"/>
              <a:t> </a:t>
            </a:r>
            <a:br>
              <a:rPr lang="en-GB"/>
            </a:br>
            <a:r>
              <a:rPr lang="en-GB">
                <a:solidFill>
                  <a:schemeClr val="accent6"/>
                </a:solidFill>
              </a:rPr>
              <a:t>{</a:t>
            </a:r>
            <a:r>
              <a:rPr lang="en-GB"/>
              <a:t> </a:t>
            </a:r>
            <a:r>
              <a:rPr lang="es-AR" altLang="en-GB" b="1">
                <a:solidFill>
                  <a:schemeClr val="accent1"/>
                </a:solidFill>
              </a:rPr>
              <a:t>Desarrollo Web con Javascript</a:t>
            </a:r>
          </a:p>
        </p:txBody>
      </p:sp>
      <p:grpSp>
        <p:nvGrpSpPr>
          <p:cNvPr id="6" name="Group 5"/>
          <p:cNvGrpSpPr/>
          <p:nvPr/>
        </p:nvGrpSpPr>
        <p:grpSpPr>
          <a:xfrm>
            <a:off x="467360" y="1637030"/>
            <a:ext cx="506095" cy="1088390"/>
            <a:chOff x="1063" y="2494"/>
            <a:chExt cx="797" cy="1714"/>
          </a:xfrm>
        </p:grpSpPr>
        <p:sp>
          <p:nvSpPr>
            <p:cNvPr id="7" name="Google Shape;814;p13"/>
            <p:cNvSpPr txBox="1"/>
            <p:nvPr/>
          </p:nvSpPr>
          <p:spPr>
            <a:xfrm>
              <a:off x="1063" y="3190"/>
              <a:ext cx="797" cy="101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panose="020B0604020202020204"/>
                <a:buNone/>
              </a:pPr>
              <a:r>
                <a:rPr lang="en-GB" sz="3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sz="3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cxnSp>
          <p:nvCxnSpPr>
            <p:cNvPr id="8" name="Google Shape;815;p13"/>
            <p:cNvCxnSpPr>
              <a:endCxn id="7" idx="0"/>
            </p:cNvCxnSpPr>
            <p:nvPr/>
          </p:nvCxnSpPr>
          <p:spPr>
            <a:xfrm>
              <a:off x="1462" y="2494"/>
              <a:ext cx="0" cy="695"/>
            </a:xfrm>
            <a:prstGeom prst="straightConnector1">
              <a:avLst/>
            </a:prstGeom>
            <a:noFill/>
            <a:ln w="9525" cap="flat" cmpd="sng">
              <a:solidFill>
                <a:schemeClr val="accent4"/>
              </a:solidFill>
              <a:prstDash val="solid"/>
              <a:round/>
              <a:headEnd type="none" w="sm" len="sm"/>
              <a:tailEnd type="none" w="sm" len="sm"/>
            </a:ln>
          </p:spPr>
        </p:cxnSp>
      </p:grpSp>
      <p:sp>
        <p:nvSpPr>
          <p:cNvPr id="3" name="CuadroTexto 2"/>
          <p:cNvSpPr txBox="1"/>
          <p:nvPr/>
        </p:nvSpPr>
        <p:spPr>
          <a:xfrm>
            <a:off x="4293393" y="4098290"/>
            <a:ext cx="4572000" cy="738664"/>
          </a:xfrm>
          <a:prstGeom prst="rect">
            <a:avLst/>
          </a:prstGeom>
          <a:noFill/>
        </p:spPr>
        <p:txBody>
          <a:bodyPr wrap="square">
            <a:spAutoFit/>
          </a:bodyPr>
          <a:lstStyle/>
          <a:p>
            <a:pPr marL="0" marR="0" lvl="0" indent="0" algn="r" rtl="0">
              <a:lnSpc>
                <a:spcPct val="100000"/>
              </a:lnSpc>
              <a:spcBef>
                <a:spcPts val="0"/>
              </a:spcBef>
              <a:spcAft>
                <a:spcPts val="0"/>
              </a:spcAft>
              <a:buClr>
                <a:schemeClr val="dk2"/>
              </a:buClr>
              <a:buSzPts val="2800"/>
              <a:buFont typeface="Fira Code" panose="020B0604020202020204"/>
              <a:buNone/>
            </a:pPr>
            <a:r>
              <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4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a:p>
            <a:pPr marL="0" marR="0" lvl="0" indent="0" algn="r" rtl="0">
              <a:lnSpc>
                <a:spcPct val="100000"/>
              </a:lnSpc>
              <a:spcBef>
                <a:spcPts val="0"/>
              </a:spcBef>
              <a:spcAft>
                <a:spcPts val="0"/>
              </a:spcAft>
              <a:buClr>
                <a:schemeClr val="dk2"/>
              </a:buClr>
              <a:buSzPts val="2800"/>
              <a:buFont typeface="Fira Code" panose="020B0604020202020204"/>
              <a:buNone/>
            </a:pPr>
            <a:r>
              <a:rPr lang="en-GB" dirty="0">
                <a:solidFill>
                  <a:schemeClr val="accent3"/>
                </a:solidFill>
                <a:latin typeface="Fira Code" panose="020B0604020202020204"/>
                <a:ea typeface="Fira Code" panose="020B0604020202020204"/>
                <a:cs typeface="Fira Code" panose="020B0604020202020204"/>
                <a:sym typeface="Fira Code" panose="020B0604020202020204"/>
              </a:rPr>
              <a:t>Tec. En Desarrollo de Software </a:t>
            </a:r>
            <a:r>
              <a:rPr lang="en-GB" dirty="0" err="1">
                <a:solidFill>
                  <a:schemeClr val="accent3"/>
                </a:solidFill>
                <a:latin typeface="Fira Code" panose="020B0604020202020204"/>
                <a:ea typeface="Fira Code" panose="020B0604020202020204"/>
                <a:cs typeface="Fira Code" panose="020B0604020202020204"/>
                <a:sym typeface="Fira Code" panose="020B0604020202020204"/>
              </a:rPr>
              <a:t>Multiplataforma</a:t>
            </a:r>
            <a:endPar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8"/>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AR" altLang="en-GB"/>
              <a:t>CONTENIDOS DE LA CLASE</a:t>
            </a:r>
            <a:r>
              <a:rPr lang="en-GB">
                <a:solidFill>
                  <a:schemeClr val="accent2"/>
                </a:solidFill>
              </a:rPr>
              <a:t> </a:t>
            </a:r>
            <a:r>
              <a:rPr lang="en-GB">
                <a:solidFill>
                  <a:schemeClr val="accent6"/>
                </a:solidFill>
              </a:rPr>
              <a:t>{</a:t>
            </a:r>
            <a:endParaRPr>
              <a:solidFill>
                <a:schemeClr val="accent6"/>
              </a:solidFill>
            </a:endParaRPr>
          </a:p>
        </p:txBody>
      </p:sp>
      <p:sp>
        <p:nvSpPr>
          <p:cNvPr id="635" name="Google Shape;635;p8"/>
          <p:cNvSpPr txBox="1"/>
          <p:nvPr/>
        </p:nvSpPr>
        <p:spPr>
          <a:xfrm>
            <a:off x="1084825" y="3954425"/>
            <a:ext cx="5061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640" name="Google Shape;640;p8"/>
          <p:cNvSpPr txBox="1"/>
          <p:nvPr/>
        </p:nvSpPr>
        <p:spPr>
          <a:xfrm>
            <a:off x="2484120" y="2568575"/>
            <a:ext cx="6634480" cy="584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s-AR" altLang="en-GB" sz="2000">
                <a:solidFill>
                  <a:schemeClr val="dk2"/>
                </a:solidFill>
                <a:latin typeface="Fira Code" panose="020B0604020202020204"/>
                <a:ea typeface="Fira Code" panose="020B0604020202020204"/>
                <a:cs typeface="Fira Code" panose="020B0604020202020204"/>
                <a:sym typeface="Fira Code" panose="020B0604020202020204"/>
              </a:rPr>
              <a:t>Asincronía</a:t>
            </a:r>
            <a:r>
              <a:rPr lang="es-ES" altLang="es-AR" sz="2000">
                <a:solidFill>
                  <a:schemeClr val="dk2"/>
                </a:solidFill>
                <a:latin typeface="Fira Code" panose="020B0604020202020204"/>
                <a:ea typeface="Fira Code" panose="020B0604020202020204"/>
                <a:cs typeface="Fira Code" panose="020B0604020202020204"/>
                <a:sym typeface="Fira Code" panose="020B0604020202020204"/>
              </a:rPr>
              <a:t>, </a:t>
            </a:r>
            <a:r>
              <a:rPr lang="es-AR" altLang="en-GB" sz="2000">
                <a:solidFill>
                  <a:schemeClr val="dk2"/>
                </a:solidFill>
                <a:latin typeface="Fira Code" panose="020B0604020202020204"/>
                <a:ea typeface="Fira Code" panose="020B0604020202020204"/>
                <a:cs typeface="Fira Code" panose="020B0604020202020204"/>
                <a:sym typeface="Fira Code" panose="020B0604020202020204"/>
              </a:rPr>
              <a:t>Manipulación del DOM y </a:t>
            </a:r>
            <a:r>
              <a:rPr lang="es-ES" altLang="es-AR" sz="2000">
                <a:solidFill>
                  <a:schemeClr val="dk2"/>
                </a:solidFill>
                <a:latin typeface="Fira Code" panose="020B0604020202020204"/>
                <a:ea typeface="Fira Code" panose="020B0604020202020204"/>
                <a:cs typeface="Fira Code" panose="020B0604020202020204"/>
                <a:sym typeface="Fira Code" panose="020B0604020202020204"/>
              </a:rPr>
              <a:t>API</a:t>
            </a:r>
            <a:endParaRPr lang="es-ES" altLang="es-AR" sz="2000" b="0" i="0" u="none" strike="noStrike" cap="none">
              <a:solidFill>
                <a:schemeClr val="dk2"/>
              </a:solidFill>
              <a:latin typeface="Fira Code" panose="020B0604020202020204"/>
              <a:ea typeface="Fira Code" panose="020B0604020202020204"/>
              <a:cs typeface="Fira Code" panose="020B0604020202020204"/>
              <a:sym typeface="Fira Code" panose="020B0604020202020204"/>
            </a:endParaRPr>
          </a:p>
        </p:txBody>
      </p:sp>
      <p:cxnSp>
        <p:nvCxnSpPr>
          <p:cNvPr id="647" name="Google Shape;647;p8"/>
          <p:cNvCxnSpPr/>
          <p:nvPr/>
        </p:nvCxnSpPr>
        <p:spPr>
          <a:xfrm flipH="1">
            <a:off x="1337945" y="1160145"/>
            <a:ext cx="1270" cy="1699260"/>
          </a:xfrm>
          <a:prstGeom prst="straightConnector1">
            <a:avLst/>
          </a:prstGeom>
          <a:noFill/>
          <a:ln w="9525" cap="flat" cmpd="sng">
            <a:solidFill>
              <a:schemeClr val="accent4"/>
            </a:solidFill>
            <a:prstDash val="solid"/>
            <a:round/>
            <a:headEnd type="none" w="sm" len="sm"/>
            <a:tailEnd type="none" w="sm" len="sm"/>
          </a:ln>
        </p:spPr>
      </p:cxn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651" name="Google Shape;651;p8"/>
          <p:cNvCxnSpPr/>
          <p:nvPr/>
        </p:nvCxnSpPr>
        <p:spPr>
          <a:xfrm>
            <a:off x="1341685" y="2858428"/>
            <a:ext cx="1152000" cy="0"/>
          </a:xfrm>
          <a:prstGeom prst="straightConnector1">
            <a:avLst/>
          </a:prstGeom>
          <a:noFill/>
          <a:ln w="9525" cap="flat" cmpd="sng">
            <a:solidFill>
              <a:schemeClr val="accent4"/>
            </a:solidFill>
            <a:prstDash val="solid"/>
            <a:round/>
            <a:headEnd type="none" w="sm" len="sm"/>
            <a:tailEnd type="none" w="sm" len="sm"/>
          </a:ln>
        </p:spPr>
      </p:cxn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2"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9" name="Google Shape;489;p3"/>
          <p:cNvSpPr txBox="1">
            <a:spLocks noGrp="1"/>
          </p:cNvSpPr>
          <p:nvPr>
            <p:ph type="title" idx="9"/>
          </p:nvPr>
        </p:nvSpPr>
        <p:spPr>
          <a:xfrm>
            <a:off x="1043305" y="699770"/>
            <a:ext cx="8013700" cy="72453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AR" altLang="en-GB" sz="2000"/>
              <a:t> </a:t>
            </a:r>
            <a:r>
              <a:rPr lang="en-GB" sz="2000">
                <a:solidFill>
                  <a:schemeClr val="accent6"/>
                </a:solidFill>
              </a:rPr>
              <a:t>{</a:t>
            </a:r>
            <a:endParaRPr sz="2000">
              <a:solidFill>
                <a:schemeClr val="accent6"/>
              </a:solidFill>
            </a:endParaRPr>
          </a:p>
        </p:txBody>
      </p:sp>
      <p:grpSp>
        <p:nvGrpSpPr>
          <p:cNvPr id="490" name="Google Shape;490;p3"/>
          <p:cNvGrpSpPr/>
          <p:nvPr/>
        </p:nvGrpSpPr>
        <p:grpSpPr>
          <a:xfrm>
            <a:off x="1084825" y="1168950"/>
            <a:ext cx="506100" cy="3336020"/>
            <a:chOff x="1084825" y="1168950"/>
            <a:chExt cx="506100" cy="3336020"/>
          </a:xfrm>
        </p:grpSpPr>
        <p:sp>
          <p:nvSpPr>
            <p:cNvPr id="491" name="Google Shape;491;p3"/>
            <p:cNvSpPr txBox="1"/>
            <p:nvPr/>
          </p:nvSpPr>
          <p:spPr>
            <a:xfrm>
              <a:off x="1084825" y="3954425"/>
              <a:ext cx="506100" cy="55054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4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cxnSp>
          <p:nvCxnSpPr>
            <p:cNvPr id="492" name="Google Shape;492;p3"/>
            <p:cNvCxnSpPr/>
            <p:nvPr/>
          </p:nvCxnSpPr>
          <p:spPr>
            <a:xfrm>
              <a:off x="1337875" y="1168950"/>
              <a:ext cx="0" cy="2764500"/>
            </a:xfrm>
            <a:prstGeom prst="straightConnector1">
              <a:avLst/>
            </a:prstGeom>
            <a:noFill/>
            <a:ln w="9525" cap="flat" cmpd="sng">
              <a:solidFill>
                <a:schemeClr val="accent4"/>
              </a:solidFill>
              <a:prstDash val="solid"/>
              <a:round/>
              <a:headEnd type="none" w="sm" len="sm"/>
              <a:tailEnd type="none" w="sm" len="sm"/>
            </a:ln>
          </p:spPr>
        </p:cxnSp>
      </p:grpSp>
      <p:sp>
        <p:nvSpPr>
          <p:cNvPr id="471" name="Google Shape;471;p2"/>
          <p:cNvSpPr txBox="1"/>
          <p:nvPr/>
        </p:nvSpPr>
        <p:spPr>
          <a:xfrm>
            <a:off x="1907540" y="2269490"/>
            <a:ext cx="6356985" cy="60452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2400"/>
              <a:t>[</a:t>
            </a:r>
            <a:r>
              <a:rPr lang="es-MX" altLang="es-AR" sz="2400"/>
              <a:t> </a:t>
            </a:r>
            <a:r>
              <a:rPr lang="es-AR" altLang="en-GB" sz="2400"/>
              <a:t>Asincronía</a:t>
            </a:r>
            <a:r>
              <a:rPr lang="es-ES" altLang="es-AR" sz="2400"/>
              <a:t>, Manipulación del DOM y API</a:t>
            </a:r>
            <a:r>
              <a:rPr lang="es-MX" altLang="es-AR" sz="2400"/>
              <a:t> </a:t>
            </a:r>
            <a:r>
              <a:rPr lang="es-AR" altLang="en-GB" sz="2400"/>
              <a:t>]</a:t>
            </a:r>
            <a:r>
              <a:rPr lang="es-AR" altLang="en-GB" sz="2400">
                <a:sym typeface="+mn-ea"/>
              </a:rPr>
              <a:t> </a:t>
            </a:r>
            <a:r>
              <a:rPr lang="es-AR" altLang="en-GB" sz="2400">
                <a:solidFill>
                  <a:schemeClr val="accent2"/>
                </a:solidFill>
              </a:rPr>
              <a:t> </a:t>
            </a:r>
          </a:p>
        </p:txBody>
      </p:sp>
      <p:sp>
        <p:nvSpPr>
          <p:cNvPr id="2"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3"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a:sym typeface="+mn-ea"/>
              </a:rPr>
              <a:t>¿Qué son los Callbacks</a:t>
            </a:r>
            <a:r>
              <a:rPr lang="es-AR" sz="1800">
                <a:sym typeface="+mn-ea"/>
              </a:rPr>
              <a:t>?</a:t>
            </a:r>
            <a:r>
              <a:rPr sz="1800">
                <a:sym typeface="+mn-ea"/>
              </a:rPr>
              <a:t> </a:t>
            </a:r>
            <a:r>
              <a:rPr lang="es-AR" sz="1800">
                <a:sym typeface="+mn-ea"/>
              </a:rPr>
              <a:t> </a:t>
            </a:r>
            <a:r>
              <a:rPr lang="en-GB" sz="1800">
                <a:solidFill>
                  <a:schemeClr val="accent6"/>
                </a:solidFill>
              </a:rPr>
              <a:t>{</a:t>
            </a:r>
            <a:r>
              <a:rPr lang="en-GB" sz="1800"/>
              <a:t> </a:t>
            </a:r>
          </a:p>
        </p:txBody>
      </p:sp>
      <p:sp>
        <p:nvSpPr>
          <p:cNvPr id="512" name="Google Shape;512;p5"/>
          <p:cNvSpPr txBox="1"/>
          <p:nvPr/>
        </p:nvSpPr>
        <p:spPr>
          <a:xfrm>
            <a:off x="1224280" y="1304290"/>
            <a:ext cx="7889240" cy="100647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sz="1600" dirty="0"/>
              <a:t>&lt;</a:t>
            </a:r>
            <a:r>
              <a:rPr lang="es-AR" altLang="en-GB" sz="1600" dirty="0"/>
              <a:t> En JavaScript, un </a:t>
            </a:r>
            <a:r>
              <a:rPr lang="es-AR" altLang="en-GB" sz="1600" dirty="0" err="1"/>
              <a:t>callback</a:t>
            </a:r>
            <a:r>
              <a:rPr lang="es-AR" altLang="en-GB" sz="1600" dirty="0"/>
              <a:t> es una función que se pasa como argumento a otra función y se ejecuta en algún momento posterior a la llamada de esa función. Los </a:t>
            </a:r>
            <a:r>
              <a:rPr lang="es-AR" altLang="en-GB" sz="1600" dirty="0" err="1"/>
              <a:t>callbacks</a:t>
            </a:r>
            <a:r>
              <a:rPr lang="es-AR" altLang="en-GB" sz="1600" dirty="0"/>
              <a:t> son útiles en situaciones en las que se necesita realizar una tarea después de que se haya completado otra tarea o evento.</a:t>
            </a:r>
            <a:r>
              <a:rPr lang="es-MX" altLang="en-GB" sz="1600" dirty="0"/>
              <a:t> </a:t>
            </a:r>
            <a:r>
              <a:rPr lang="en-GB" sz="1600" dirty="0"/>
              <a:t>&gt;</a:t>
            </a:r>
          </a:p>
        </p:txBody>
      </p:sp>
      <p:pic>
        <p:nvPicPr>
          <p:cNvPr id="5" name="Picture 4"/>
          <p:cNvPicPr>
            <a:picLocks noChangeAspect="1"/>
          </p:cNvPicPr>
          <p:nvPr/>
        </p:nvPicPr>
        <p:blipFill>
          <a:blip r:embed="rId3"/>
          <a:stretch>
            <a:fillRect/>
          </a:stretch>
        </p:blipFill>
        <p:spPr>
          <a:xfrm>
            <a:off x="3204210" y="2456815"/>
            <a:ext cx="3832860" cy="1569720"/>
          </a:xfrm>
          <a:prstGeom prst="rect">
            <a:avLst/>
          </a:prstGeom>
        </p:spPr>
      </p:pic>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46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a:sym typeface="+mn-ea"/>
              </a:rPr>
              <a:t>¿Qué son l</a:t>
            </a:r>
            <a:r>
              <a:rPr lang="es-AR" sz="1800">
                <a:sym typeface="+mn-ea"/>
              </a:rPr>
              <a:t>a</a:t>
            </a:r>
            <a:r>
              <a:rPr sz="1800">
                <a:sym typeface="+mn-ea"/>
              </a:rPr>
              <a:t>s </a:t>
            </a:r>
            <a:r>
              <a:rPr lang="es-AR" sz="1800">
                <a:sym typeface="+mn-ea"/>
              </a:rPr>
              <a:t>Promesas?</a:t>
            </a:r>
            <a:r>
              <a:rPr sz="1800">
                <a:sym typeface="+mn-ea"/>
              </a:rPr>
              <a:t> </a:t>
            </a:r>
            <a:r>
              <a:rPr lang="es-AR" sz="1800">
                <a:sym typeface="+mn-ea"/>
              </a:rPr>
              <a:t> </a:t>
            </a:r>
            <a:r>
              <a:rPr lang="en-GB" sz="1800">
                <a:solidFill>
                  <a:schemeClr val="accent6"/>
                </a:solidFill>
              </a:rPr>
              <a:t>{</a:t>
            </a:r>
            <a:r>
              <a:rPr lang="en-GB" sz="1800"/>
              <a:t> </a:t>
            </a:r>
          </a:p>
        </p:txBody>
      </p:sp>
      <p:sp>
        <p:nvSpPr>
          <p:cNvPr id="512" name="Google Shape;512;p5"/>
          <p:cNvSpPr txBox="1"/>
          <p:nvPr/>
        </p:nvSpPr>
        <p:spPr>
          <a:xfrm>
            <a:off x="1259840" y="1158240"/>
            <a:ext cx="7889240" cy="100647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sz="1600"/>
              <a:t>&lt;</a:t>
            </a:r>
            <a:r>
              <a:rPr lang="es-AR" altLang="en-GB" sz="1600"/>
              <a:t> Las promesas son un objeto en JavaScript que representan un valor que puede no estar disponible de inmediato, pero que se resolverá en algún momento en el futuro. Las promesas se utilizan para trabajar con operaciones asíncronas, lo que significa que el código no se bloqueará mientras se espera una respuesta.</a:t>
            </a:r>
            <a:r>
              <a:rPr lang="es-MX" altLang="en-GB" sz="1600"/>
              <a:t> </a:t>
            </a:r>
            <a:r>
              <a:rPr lang="en-GB" sz="1600"/>
              <a:t>&gt;</a:t>
            </a:r>
          </a:p>
        </p:txBody>
      </p:sp>
      <p:pic>
        <p:nvPicPr>
          <p:cNvPr id="6" name="Picture 5"/>
          <p:cNvPicPr>
            <a:picLocks noChangeAspect="1"/>
          </p:cNvPicPr>
          <p:nvPr/>
        </p:nvPicPr>
        <p:blipFill>
          <a:blip r:embed="rId3"/>
          <a:stretch>
            <a:fillRect/>
          </a:stretch>
        </p:blipFill>
        <p:spPr>
          <a:xfrm>
            <a:off x="3025140" y="2355850"/>
            <a:ext cx="4246245" cy="1844040"/>
          </a:xfrm>
          <a:prstGeom prst="rect">
            <a:avLst/>
          </a:prstGeom>
        </p:spPr>
      </p:pic>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5"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sz="1800">
                <a:sym typeface="+mn-ea"/>
              </a:rPr>
              <a:t>¿P</a:t>
            </a:r>
            <a:r>
              <a:rPr sz="1800">
                <a:sym typeface="+mn-ea"/>
              </a:rPr>
              <a:t>or qué existen las Promesas en JavaScript y qué vienen a solucionar</a:t>
            </a:r>
            <a:r>
              <a:rPr lang="es-AR" sz="1800">
                <a:sym typeface="+mn-ea"/>
              </a:rPr>
              <a:t>? </a:t>
            </a:r>
            <a:r>
              <a:rPr lang="en-GB" sz="1800">
                <a:solidFill>
                  <a:schemeClr val="accent6"/>
                </a:solidFill>
              </a:rPr>
              <a:t>{</a:t>
            </a:r>
            <a:r>
              <a:rPr lang="en-GB" sz="1800"/>
              <a:t> </a:t>
            </a:r>
          </a:p>
        </p:txBody>
      </p:sp>
      <p:sp>
        <p:nvSpPr>
          <p:cNvPr id="512" name="Google Shape;512;p5"/>
          <p:cNvSpPr txBox="1"/>
          <p:nvPr/>
        </p:nvSpPr>
        <p:spPr>
          <a:xfrm>
            <a:off x="1259840" y="1158240"/>
            <a:ext cx="7889240" cy="316103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dirty="0"/>
              <a:t>&lt;</a:t>
            </a:r>
            <a:r>
              <a:rPr lang="es-AR" altLang="en-GB" sz="1000" dirty="0"/>
              <a:t> Las Promesas en JavaScript surgieron como una solución a un problema común en el lenguaje: la </a:t>
            </a:r>
            <a:r>
              <a:rPr lang="es-AR" altLang="en-GB" sz="1000" dirty="0" err="1"/>
              <a:t>asincronía</a:t>
            </a:r>
            <a:r>
              <a:rPr lang="es-AR" altLang="en-GB" sz="1000" dirty="0"/>
              <a:t>. Cuando se realizan operaciones asíncronas en JavaScript, como solicitudes a servidores externos o procesamiento de archivos, el código no espera a que la operación termine antes de continuar con la ejecución. En cambio, se utiliza un </a:t>
            </a:r>
            <a:r>
              <a:rPr lang="es-AR" altLang="en-GB" sz="1000" dirty="0" err="1"/>
              <a:t>callback</a:t>
            </a:r>
            <a:r>
              <a:rPr lang="es-AR" altLang="en-GB" sz="1000" dirty="0"/>
              <a:t> para manejar el resultado de la operación una vez que se haya completado.</a:t>
            </a:r>
          </a:p>
          <a:p>
            <a:pPr marL="0" lvl="0" indent="0" algn="l" rtl="0">
              <a:lnSpc>
                <a:spcPct val="100000"/>
              </a:lnSpc>
              <a:spcBef>
                <a:spcPts val="0"/>
              </a:spcBef>
              <a:spcAft>
                <a:spcPts val="0"/>
              </a:spcAft>
              <a:buSzPts val="1400"/>
              <a:buNone/>
            </a:pPr>
            <a:endParaRPr lang="es-AR" altLang="en-GB" sz="1000" dirty="0"/>
          </a:p>
          <a:p>
            <a:pPr marL="0" lvl="0" indent="0" algn="l" rtl="0">
              <a:lnSpc>
                <a:spcPct val="100000"/>
              </a:lnSpc>
              <a:spcBef>
                <a:spcPts val="0"/>
              </a:spcBef>
              <a:spcAft>
                <a:spcPts val="0"/>
              </a:spcAft>
              <a:buSzPts val="1400"/>
              <a:buNone/>
            </a:pPr>
            <a:r>
              <a:rPr lang="es-MX" altLang="en-GB" sz="1000" dirty="0"/>
              <a:t>El</a:t>
            </a:r>
            <a:r>
              <a:rPr lang="es-AR" altLang="es-MX" sz="1000" dirty="0"/>
              <a:t> problema</a:t>
            </a:r>
            <a:r>
              <a:rPr lang="es-MX" altLang="en-GB" sz="1000" dirty="0"/>
              <a:t> </a:t>
            </a:r>
            <a:r>
              <a:rPr lang="es-AR" altLang="es-MX" sz="1000" dirty="0"/>
              <a:t>con el </a:t>
            </a:r>
            <a:r>
              <a:rPr lang="es-AR" altLang="es-MX" sz="1000" dirty="0" err="1"/>
              <a:t>callback</a:t>
            </a:r>
            <a:r>
              <a:rPr lang="es-MX" altLang="en-GB" sz="1000" dirty="0"/>
              <a:t> es que pueden ser complicadas de manejar en código más complejo. Las llamadas anidadas pueden crear una estructura confusa conocida como "</a:t>
            </a:r>
            <a:r>
              <a:rPr lang="es-MX" altLang="en-GB" sz="1000" dirty="0" err="1"/>
              <a:t>callback</a:t>
            </a:r>
            <a:r>
              <a:rPr lang="es-MX" altLang="en-GB" sz="1000" dirty="0"/>
              <a:t> </a:t>
            </a:r>
            <a:r>
              <a:rPr lang="es-MX" altLang="en-GB" sz="1000" dirty="0" err="1"/>
              <a:t>hell</a:t>
            </a:r>
            <a:r>
              <a:rPr lang="es-MX" altLang="en-GB" sz="1000" dirty="0"/>
              <a:t>", que dificulta la lectura y el mantenimiento del código. Además, puede ser difícil manejar errores y realizar operaciones adicionales después de que se haya completado la operación asíncrona.</a:t>
            </a:r>
          </a:p>
          <a:p>
            <a:pPr marL="0" lvl="0" indent="0" algn="l" rtl="0">
              <a:lnSpc>
                <a:spcPct val="100000"/>
              </a:lnSpc>
              <a:spcBef>
                <a:spcPts val="0"/>
              </a:spcBef>
              <a:spcAft>
                <a:spcPts val="0"/>
              </a:spcAft>
              <a:buSzPts val="1400"/>
              <a:buNone/>
            </a:pPr>
            <a:endParaRPr lang="es-MX" altLang="en-GB" sz="1000" dirty="0"/>
          </a:p>
          <a:p>
            <a:pPr marL="0" lvl="0" indent="0" algn="l" rtl="0">
              <a:lnSpc>
                <a:spcPct val="100000"/>
              </a:lnSpc>
              <a:spcBef>
                <a:spcPts val="0"/>
              </a:spcBef>
              <a:spcAft>
                <a:spcPts val="0"/>
              </a:spcAft>
              <a:buSzPts val="1400"/>
              <a:buNone/>
            </a:pPr>
            <a:r>
              <a:rPr lang="es-MX" altLang="en-GB" sz="1000" dirty="0"/>
              <a:t>Es </a:t>
            </a:r>
            <a:r>
              <a:rPr lang="es-AR" altLang="es-MX" sz="1000" dirty="0" err="1"/>
              <a:t>aca</a:t>
            </a:r>
            <a:r>
              <a:rPr lang="es-AR" altLang="es-MX" sz="1000" dirty="0"/>
              <a:t> </a:t>
            </a:r>
            <a:r>
              <a:rPr lang="es-MX" altLang="en-GB" sz="1000" dirty="0"/>
              <a:t>donde entran las Promesas. Una Promesa es un objeto que representa un valor que puede estar disponible ahora, en el futuro o nunca. Cuando se crea una Promesa, se puede especificar una función que se ejecutará asincrónicamente y que puede tomar tiempo en completarse. La Promesa se "resuelve" con un valor cuando la función asincrónica completa su trabajo, o "rechaza" con un error si ocurre algún problema.</a:t>
            </a:r>
          </a:p>
          <a:p>
            <a:pPr marL="0" lvl="0" indent="0" algn="l" rtl="0">
              <a:lnSpc>
                <a:spcPct val="100000"/>
              </a:lnSpc>
              <a:spcBef>
                <a:spcPts val="0"/>
              </a:spcBef>
              <a:spcAft>
                <a:spcPts val="0"/>
              </a:spcAft>
              <a:buSzPts val="1400"/>
              <a:buNone/>
            </a:pPr>
            <a:endParaRPr lang="es-MX" altLang="en-GB" sz="1000" dirty="0"/>
          </a:p>
          <a:p>
            <a:pPr marL="0" lvl="0" indent="0" algn="l" rtl="0">
              <a:lnSpc>
                <a:spcPct val="100000"/>
              </a:lnSpc>
              <a:spcBef>
                <a:spcPts val="0"/>
              </a:spcBef>
              <a:spcAft>
                <a:spcPts val="0"/>
              </a:spcAft>
              <a:buSzPts val="1400"/>
              <a:buNone/>
            </a:pPr>
            <a:r>
              <a:rPr lang="es-MX" altLang="en-GB" sz="1000" dirty="0"/>
              <a:t>Las Promesas en JavaScript ayudan a solucionar el problema de la </a:t>
            </a:r>
            <a:r>
              <a:rPr lang="es-MX" altLang="en-GB" sz="1000" dirty="0" err="1"/>
              <a:t>asincronía</a:t>
            </a:r>
            <a:r>
              <a:rPr lang="es-MX" altLang="en-GB" sz="1000" dirty="0"/>
              <a:t> y simplifican el manejo de código asíncrono. Las Promesas proporcionan una interfaz más limpia para el manejo de resultados y errores de operaciones asíncronas. Además, las Promesas se pueden encadenar, lo que permite realizar operaciones adicionales después de que se haya completado la operación asíncrona original. Esto hace que sea más fácil escribir código más legible y </a:t>
            </a:r>
            <a:r>
              <a:rPr lang="es-MX" altLang="en-GB" sz="1000" dirty="0" err="1"/>
              <a:t>mantenible</a:t>
            </a:r>
            <a:r>
              <a:rPr lang="es-MX" altLang="en-GB" sz="1000" dirty="0"/>
              <a:t> en proyectos grandes y complejos. </a:t>
            </a:r>
            <a:r>
              <a:rPr lang="en-GB" sz="1000" dirty="0"/>
              <a:t>&gt;</a:t>
            </a: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a:t>3</a:t>
            </a:r>
            <a:r>
              <a:rPr lang="es-AR" altLang="en-GB" sz="1400" dirty="0" smtClean="0">
                <a:solidFill>
                  <a:schemeClr val="accent3"/>
                </a:solidFill>
              </a:rPr>
              <a:t>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a:sym typeface="+mn-ea"/>
              </a:rPr>
              <a:t> ¿Qué es sincrónico y asincrónico</a:t>
            </a:r>
            <a:r>
              <a:rPr lang="es-AR" sz="1800">
                <a:sym typeface="+mn-ea"/>
              </a:rPr>
              <a:t>?</a:t>
            </a:r>
            <a:r>
              <a:rPr sz="1800">
                <a:sym typeface="+mn-ea"/>
              </a:rPr>
              <a:t> </a:t>
            </a:r>
            <a:r>
              <a:rPr lang="es-AR" sz="1800">
                <a:sym typeface="+mn-ea"/>
              </a:rPr>
              <a:t> </a:t>
            </a:r>
            <a:r>
              <a:rPr lang="en-GB" sz="1800">
                <a:solidFill>
                  <a:schemeClr val="accent6"/>
                </a:solidFill>
              </a:rPr>
              <a:t>{</a:t>
            </a:r>
            <a:r>
              <a:rPr lang="en-GB" sz="1800"/>
              <a:t> </a:t>
            </a:r>
          </a:p>
        </p:txBody>
      </p:sp>
      <p:sp>
        <p:nvSpPr>
          <p:cNvPr id="512" name="Google Shape;512;p5"/>
          <p:cNvSpPr txBox="1"/>
          <p:nvPr/>
        </p:nvSpPr>
        <p:spPr>
          <a:xfrm>
            <a:off x="1259840" y="1158240"/>
            <a:ext cx="7889240" cy="206248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a:t>&lt;</a:t>
            </a:r>
            <a:r>
              <a:rPr lang="es-AR" altLang="en-GB"/>
              <a:t> Las operaciones </a:t>
            </a:r>
            <a:r>
              <a:rPr lang="es-AR" altLang="en-GB">
                <a:solidFill>
                  <a:srgbClr val="00B050"/>
                </a:solidFill>
              </a:rPr>
              <a:t>sincrónicas </a:t>
            </a:r>
            <a:r>
              <a:rPr lang="es-AR" altLang="en-GB"/>
              <a:t>se refiere a un comportamiento en el que una tarea se completa antes de pasar a la siguiente tarea. En otras palabras, una tarea no comienza hasta que la tarea anterior se haya completado. Esto se llama "bloqueo" o "espera" en el código, ya que el flujo de la aplicación se detiene hasta que la tarea actual se completa.</a:t>
            </a:r>
          </a:p>
          <a:p>
            <a:pPr marL="0" lvl="0" indent="0" algn="ctr" rtl="0">
              <a:lnSpc>
                <a:spcPct val="100000"/>
              </a:lnSpc>
              <a:spcBef>
                <a:spcPts val="0"/>
              </a:spcBef>
              <a:spcAft>
                <a:spcPts val="0"/>
              </a:spcAft>
              <a:buSzPts val="1400"/>
              <a:buNone/>
            </a:pPr>
            <a:endParaRPr lang="es-AR" altLang="en-GB"/>
          </a:p>
          <a:p>
            <a:pPr marL="0" lvl="0" indent="0" algn="ctr" rtl="0">
              <a:lnSpc>
                <a:spcPct val="100000"/>
              </a:lnSpc>
              <a:spcBef>
                <a:spcPts val="0"/>
              </a:spcBef>
              <a:spcAft>
                <a:spcPts val="0"/>
              </a:spcAft>
              <a:buSzPts val="1400"/>
              <a:buNone/>
            </a:pPr>
            <a:r>
              <a:rPr lang="es-AR" altLang="en-GB"/>
              <a:t>Las operaciones </a:t>
            </a:r>
            <a:r>
              <a:rPr lang="es-AR" altLang="en-GB">
                <a:solidFill>
                  <a:srgbClr val="00B050"/>
                </a:solidFill>
              </a:rPr>
              <a:t>asincrónicas </a:t>
            </a:r>
            <a:r>
              <a:rPr lang="es-AR" altLang="en-GB"/>
              <a:t>se refiere a un comportamiento en el que una tarea se inicia pero no se completa de inmediato, permitiendo que el flujo de la aplicación continúe ejecutándose mientras se espera la finalización de la tarea.</a:t>
            </a:r>
            <a:r>
              <a:rPr lang="es-MX" altLang="en-GB"/>
              <a:t> </a:t>
            </a:r>
            <a:r>
              <a:rPr lang="en-GB"/>
              <a:t>&gt;</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a:t>3</a:t>
            </a:r>
            <a:r>
              <a:rPr lang="es-AR" altLang="en-GB" sz="1400" dirty="0" smtClean="0">
                <a:solidFill>
                  <a:schemeClr val="accent3"/>
                </a:solidFill>
              </a:rPr>
              <a:t> -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pic>
        <p:nvPicPr>
          <p:cNvPr id="1026" name="Picture 2" descr="Qué es la Asincronía? - Javascript en españ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944" y="1018252"/>
            <a:ext cx="7407713" cy="3074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9298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a:sym typeface="+mn-ea"/>
              </a:rPr>
              <a:t>¿Cómo se realizan las tareas asíncronas? </a:t>
            </a:r>
            <a:r>
              <a:rPr lang="es-AR" sz="1800">
                <a:sym typeface="+mn-ea"/>
              </a:rPr>
              <a:t> </a:t>
            </a:r>
            <a:r>
              <a:rPr lang="en-GB" sz="1800">
                <a:solidFill>
                  <a:schemeClr val="accent6"/>
                </a:solidFill>
              </a:rPr>
              <a:t>{</a:t>
            </a:r>
            <a:r>
              <a:rPr lang="en-GB" sz="1800"/>
              <a:t> </a:t>
            </a:r>
          </a:p>
        </p:txBody>
      </p:sp>
      <p:sp>
        <p:nvSpPr>
          <p:cNvPr id="512" name="Google Shape;512;p5"/>
          <p:cNvSpPr txBox="1"/>
          <p:nvPr/>
        </p:nvSpPr>
        <p:spPr>
          <a:xfrm>
            <a:off x="1259840" y="1158240"/>
            <a:ext cx="7889240" cy="16865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sz="1800"/>
              <a:t>&lt;</a:t>
            </a:r>
            <a:r>
              <a:rPr lang="es-AR" altLang="en-GB" sz="1800"/>
              <a:t> Esto se logra a través de mecanismos como las promesas, los callbacks, las funciones asíncronas y el bucle de eventos. Al utilizar estas técnicas, se puede escribir código que maneje tareas que pueden tomar tiempo en completarse, como hacer una petición HTTP o acceder a una base de datos, sin bloquear la ejecución del resto del código.</a:t>
            </a:r>
            <a:r>
              <a:rPr lang="es-MX" altLang="en-GB" sz="1800"/>
              <a:t> </a:t>
            </a:r>
            <a:r>
              <a:rPr lang="en-GB" sz="1800"/>
              <a:t>&gt;</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pic>
        <p:nvPicPr>
          <p:cNvPr id="1028" name="Picture 4" descr="Event Loop JavaScrip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249" y="712262"/>
            <a:ext cx="6708321" cy="3718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120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a:sym typeface="+mn-ea"/>
              </a:rPr>
              <a:t>¿Qué es Async/Await? </a:t>
            </a:r>
            <a:r>
              <a:rPr lang="es-AR" sz="1800">
                <a:sym typeface="+mn-ea"/>
              </a:rPr>
              <a:t> </a:t>
            </a:r>
            <a:r>
              <a:rPr lang="en-GB" sz="1800">
                <a:solidFill>
                  <a:schemeClr val="accent6"/>
                </a:solidFill>
              </a:rPr>
              <a:t>{</a:t>
            </a:r>
            <a:r>
              <a:rPr lang="en-GB" sz="1800"/>
              <a:t> </a:t>
            </a:r>
          </a:p>
        </p:txBody>
      </p:sp>
      <p:sp>
        <p:nvSpPr>
          <p:cNvPr id="512" name="Google Shape;512;p5"/>
          <p:cNvSpPr txBox="1"/>
          <p:nvPr/>
        </p:nvSpPr>
        <p:spPr>
          <a:xfrm>
            <a:off x="1259840" y="1158240"/>
            <a:ext cx="7889240" cy="18395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a:t>&lt;</a:t>
            </a:r>
            <a:r>
              <a:rPr lang="es-AR" altLang="en-GB"/>
              <a:t> </a:t>
            </a:r>
            <a:r>
              <a:rPr lang="es-AR" altLang="en-GB">
                <a:solidFill>
                  <a:srgbClr val="00B050"/>
                </a:solidFill>
              </a:rPr>
              <a:t>Async/Await</a:t>
            </a:r>
            <a:r>
              <a:rPr lang="es-AR" altLang="en-GB"/>
              <a:t> es una sintaxis que se utiliza en JavaScript para trabajar con promesas de una manera más clara y sencilla. Permite que el código asíncrono se parezca más al código síncrono, lo que lo hace más fácil de leer y entender.</a:t>
            </a:r>
          </a:p>
          <a:p>
            <a:pPr marL="0" lvl="0" indent="0" algn="ctr" rtl="0">
              <a:lnSpc>
                <a:spcPct val="100000"/>
              </a:lnSpc>
              <a:spcBef>
                <a:spcPts val="0"/>
              </a:spcBef>
              <a:spcAft>
                <a:spcPts val="0"/>
              </a:spcAft>
              <a:buSzPts val="1400"/>
              <a:buNone/>
            </a:pPr>
            <a:endParaRPr lang="es-AR" altLang="en-GB"/>
          </a:p>
          <a:p>
            <a:pPr marL="0" lvl="0" indent="0" algn="ctr" rtl="0">
              <a:lnSpc>
                <a:spcPct val="100000"/>
              </a:lnSpc>
              <a:spcBef>
                <a:spcPts val="0"/>
              </a:spcBef>
              <a:spcAft>
                <a:spcPts val="0"/>
              </a:spcAft>
              <a:buSzPts val="1400"/>
              <a:buNone/>
            </a:pPr>
            <a:r>
              <a:rPr lang="es-AR" altLang="es-MX"/>
              <a:t>A</a:t>
            </a:r>
            <a:r>
              <a:rPr lang="es-MX" altLang="en-GB"/>
              <a:t>sync/</a:t>
            </a:r>
            <a:r>
              <a:rPr lang="es-AR" altLang="es-MX"/>
              <a:t>A</a:t>
            </a:r>
            <a:r>
              <a:rPr lang="es-MX" altLang="en-GB"/>
              <a:t>wait utiliza dos palabras clave: async y await. </a:t>
            </a:r>
            <a:r>
              <a:rPr lang="es-MX" altLang="en-GB">
                <a:solidFill>
                  <a:srgbClr val="00B050"/>
                </a:solidFill>
              </a:rPr>
              <a:t>async </a:t>
            </a:r>
            <a:r>
              <a:rPr lang="es-MX" altLang="en-GB"/>
              <a:t>se coloca antes de la definición de una función para indicar que la función es asíncrona y que puede contener operaciones que tardan tiempo. </a:t>
            </a:r>
            <a:r>
              <a:rPr lang="es-MX" altLang="en-GB">
                <a:solidFill>
                  <a:srgbClr val="00B050"/>
                </a:solidFill>
              </a:rPr>
              <a:t>await </a:t>
            </a:r>
            <a:r>
              <a:rPr lang="es-MX" altLang="en-GB"/>
              <a:t>se coloca antes de una promesa dentro de una función asíncrona para esperar a que la promesa se resuelva antes de continuar con la ejecución del código. </a:t>
            </a:r>
            <a:r>
              <a:rPr lang="en-GB"/>
              <a:t>&gt;</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sz="1800" dirty="0">
                <a:sym typeface="+mn-ea"/>
              </a:rPr>
              <a:t>Ventajas y desventajas de </a:t>
            </a:r>
            <a:r>
              <a:rPr lang="es-AR" sz="1800" dirty="0" err="1">
                <a:sym typeface="+mn-ea"/>
              </a:rPr>
              <a:t>async</a:t>
            </a:r>
            <a:r>
              <a:rPr lang="es-AR" sz="1800" dirty="0">
                <a:sym typeface="+mn-ea"/>
              </a:rPr>
              <a:t>/</a:t>
            </a:r>
            <a:r>
              <a:rPr lang="es-AR" sz="1800" dirty="0" err="1">
                <a:sym typeface="+mn-ea"/>
              </a:rPr>
              <a:t>await</a:t>
            </a:r>
            <a:r>
              <a:rPr sz="1800" dirty="0">
                <a:sym typeface="+mn-ea"/>
              </a:rPr>
              <a:t> </a:t>
            </a:r>
            <a:r>
              <a:rPr lang="es-AR" sz="1800" dirty="0">
                <a:sym typeface="+mn-ea"/>
              </a:rPr>
              <a:t> </a:t>
            </a:r>
            <a:r>
              <a:rPr lang="en-GB" sz="1800" dirty="0">
                <a:solidFill>
                  <a:schemeClr val="accent6"/>
                </a:solidFill>
              </a:rPr>
              <a:t>{</a:t>
            </a:r>
            <a:r>
              <a:rPr lang="en-GB" sz="1800" dirty="0"/>
              <a:t> </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489" name="Google Shape;489;p3"/>
          <p:cNvSpPr txBox="1"/>
          <p:nvPr/>
        </p:nvSpPr>
        <p:spPr>
          <a:xfrm>
            <a:off x="4139565" y="1130300"/>
            <a:ext cx="1606550" cy="4318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2800"/>
              <a:buNone/>
            </a:pPr>
            <a:r>
              <a:rPr lang="es-AR" altLang="en-GB" sz="1400">
                <a:solidFill>
                  <a:schemeClr val="accent6"/>
                </a:solidFill>
              </a:rPr>
              <a:t>&lt;</a:t>
            </a:r>
            <a:r>
              <a:rPr lang="es-AR" altLang="es-MX" sz="1400">
                <a:solidFill>
                  <a:schemeClr val="accent6"/>
                </a:solidFill>
              </a:rPr>
              <a:t>VENTAJAS</a:t>
            </a:r>
            <a:r>
              <a:rPr lang="es-AR" altLang="en-GB" sz="1400">
                <a:solidFill>
                  <a:schemeClr val="accent6"/>
                </a:solidFill>
              </a:rPr>
              <a:t>&gt;</a:t>
            </a:r>
          </a:p>
        </p:txBody>
      </p:sp>
      <p:grpSp>
        <p:nvGrpSpPr>
          <p:cNvPr id="35" name="Group 34"/>
          <p:cNvGrpSpPr/>
          <p:nvPr/>
        </p:nvGrpSpPr>
        <p:grpSpPr>
          <a:xfrm>
            <a:off x="1475740" y="1474470"/>
            <a:ext cx="7200900" cy="2459197"/>
            <a:chOff x="2778" y="1800"/>
            <a:chExt cx="11340" cy="2810"/>
          </a:xfrm>
        </p:grpSpPr>
        <p:sp>
          <p:nvSpPr>
            <p:cNvPr id="481" name="Google Shape;481;p3"/>
            <p:cNvSpPr txBox="1"/>
            <p:nvPr/>
          </p:nvSpPr>
          <p:spPr>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solidFill>
                    <a:srgbClr val="FF0000"/>
                  </a:solidFill>
                </a:rPr>
                <a:t> </a:t>
              </a:r>
              <a:r>
                <a:rPr lang="en-GB" sz="1200">
                  <a:solidFill>
                    <a:srgbClr val="00B050"/>
                  </a:solidFill>
                </a:rPr>
                <a:t>Mejora la legibilidad del código:</a:t>
              </a:r>
              <a:r>
                <a:rPr lang="en-GB" sz="1200"/>
                <a:t> async/await hace que el código sea más fácil de leer y entender que las Promesas y las funciones de devolución de llamada, especialmente en el manejo de errores.</a:t>
              </a:r>
              <a:r>
                <a:rPr lang="es-AR" altLang="en-GB" sz="1200"/>
                <a:t> </a:t>
              </a:r>
              <a:r>
                <a:rPr lang="en-GB" sz="1200"/>
                <a:t>&gt;</a:t>
              </a:r>
            </a:p>
          </p:txBody>
        </p:sp>
        <p:sp>
          <p:nvSpPr>
            <p:cNvPr id="24" name="Google Shape;481;p3"/>
            <p:cNvSpPr txBox="1"/>
            <p:nvPr/>
          </p:nvSpPr>
          <p:spPr>
            <a:xfrm>
              <a:off x="2810" y="2493"/>
              <a:ext cx="11308" cy="5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lang="es-AR" altLang="en-GB" sz="1200">
                  <a:solidFill>
                    <a:srgbClr val="00B050"/>
                  </a:solidFill>
                </a:rPr>
                <a:t>Simplifica el manejo de errores:</a:t>
              </a:r>
              <a:r>
                <a:rPr lang="es-AR" altLang="en-GB" sz="1200"/>
                <a:t> el uso de try/catch con async/await hace que sea fácil capturar y manejar errores en el código asíncrono. </a:t>
              </a:r>
              <a:r>
                <a:rPr lang="en-GB" sz="1200"/>
                <a:t>&gt;</a:t>
              </a:r>
            </a:p>
          </p:txBody>
        </p:sp>
        <p:sp>
          <p:nvSpPr>
            <p:cNvPr id="27" name="Google Shape;481;p3"/>
            <p:cNvSpPr txBox="1"/>
            <p:nvPr/>
          </p:nvSpPr>
          <p:spPr>
            <a:xfrm>
              <a:off x="2810" y="3188"/>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Permite un flujo de control más natural:</a:t>
              </a:r>
              <a:r>
                <a:rPr sz="1200"/>
                <a:t> el código con async/await se lee como código síncrono, lo que hace que el flujo de control sea más fácil de seguir.</a:t>
              </a:r>
              <a:r>
                <a:rPr lang="es-AR" sz="1200"/>
                <a:t> </a:t>
              </a:r>
              <a:r>
                <a:rPr lang="en-GB" sz="1200"/>
                <a:t>&gt;</a:t>
              </a:r>
            </a:p>
          </p:txBody>
        </p:sp>
        <p:sp>
          <p:nvSpPr>
            <p:cNvPr id="30" name="Google Shape;481;p3"/>
            <p:cNvSpPr txBox="1"/>
            <p:nvPr/>
          </p:nvSpPr>
          <p:spPr>
            <a:xfrm>
              <a:off x="2810" y="4094"/>
              <a:ext cx="11308" cy="51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Es compatible con las Promesas:</a:t>
              </a:r>
              <a:r>
                <a:rPr sz="1200"/>
                <a:t> async/await se puede utilizar en conjunto con las Promesas para manejar código asíncrono.</a:t>
              </a:r>
              <a:r>
                <a:rPr lang="en-GB" sz="1200"/>
                <a:t>&gt;</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sz="1800">
                <a:sym typeface="+mn-ea"/>
              </a:rPr>
              <a:t>Ventajas y desventajas de async/await</a:t>
            </a:r>
            <a:r>
              <a:rPr sz="1800">
                <a:sym typeface="+mn-ea"/>
              </a:rPr>
              <a:t> </a:t>
            </a:r>
            <a:r>
              <a:rPr lang="es-AR" sz="1800">
                <a:sym typeface="+mn-ea"/>
              </a:rPr>
              <a:t> </a:t>
            </a:r>
            <a:r>
              <a:rPr lang="en-GB" sz="1800">
                <a:solidFill>
                  <a:schemeClr val="accent6"/>
                </a:solidFill>
              </a:rPr>
              <a:t>{</a:t>
            </a:r>
            <a:r>
              <a:rPr lang="en-GB" sz="1800"/>
              <a:t> </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grpSp>
        <p:nvGrpSpPr>
          <p:cNvPr id="3" name="Group 34"/>
          <p:cNvGrpSpPr/>
          <p:nvPr/>
        </p:nvGrpSpPr>
        <p:grpSpPr>
          <a:xfrm>
            <a:off x="1440815" y="1491615"/>
            <a:ext cx="7200900" cy="2376170"/>
            <a:chOff x="2778" y="1800"/>
            <a:chExt cx="11340" cy="2183"/>
          </a:xfrm>
        </p:grpSpPr>
        <p:sp>
          <p:nvSpPr>
            <p:cNvPr id="4" name="Google Shape;481;p3"/>
            <p:cNvSpPr txBox="1"/>
            <p:nvPr/>
          </p:nvSpPr>
          <p:spPr>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solidFill>
                    <a:srgbClr val="FF0000"/>
                  </a:solidFill>
                </a:rPr>
                <a:t> </a:t>
              </a:r>
              <a:r>
                <a:rPr lang="en-GB" sz="1200">
                  <a:solidFill>
                    <a:srgbClr val="FF4B4B"/>
                  </a:solidFill>
                </a:rPr>
                <a:t>Puede ser más lento:</a:t>
              </a:r>
              <a:r>
                <a:rPr lang="en-GB" sz="1200"/>
                <a:t> en algunos casos, async/await puede ser más lento que las Promesas y las funciones de devolución de llamada. Esto se debe a que async/await utiliza más recursos de memoria y tiempo de CPU que las Promesas.</a:t>
              </a:r>
              <a:r>
                <a:rPr lang="es-AR" altLang="en-GB" sz="1200"/>
                <a:t> </a:t>
              </a:r>
              <a:r>
                <a:rPr lang="en-GB" sz="1200"/>
                <a:t>&gt;</a:t>
              </a:r>
            </a:p>
          </p:txBody>
        </p:sp>
        <p:sp>
          <p:nvSpPr>
            <p:cNvPr id="7" name="Google Shape;481;p3"/>
            <p:cNvSpPr txBox="1"/>
            <p:nvPr/>
          </p:nvSpPr>
          <p:spPr>
            <a:xfrm>
              <a:off x="2810" y="2493"/>
              <a:ext cx="11308" cy="5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lang="es-AR" altLang="en-GB" sz="1200">
                  <a:solidFill>
                    <a:srgbClr val="FF4B4B"/>
                  </a:solidFill>
                </a:rPr>
                <a:t>No es compatible con versiones anteriores de JavaScript:</a:t>
              </a:r>
              <a:r>
                <a:rPr lang="es-AR" altLang="en-GB" sz="1200"/>
                <a:t> async/await solo está disponible en versiones más nuevas de JavaScript, lo que puede limitar su uso en proyectos que deben ser compatibles con versiones anteriores de JavaScript. </a:t>
              </a:r>
              <a:r>
                <a:rPr lang="en-GB" sz="1200"/>
                <a:t>&gt;</a:t>
              </a:r>
            </a:p>
          </p:txBody>
        </p:sp>
        <p:sp>
          <p:nvSpPr>
            <p:cNvPr id="8" name="Google Shape;481;p3"/>
            <p:cNvSpPr txBox="1"/>
            <p:nvPr/>
          </p:nvSpPr>
          <p:spPr>
            <a:xfrm>
              <a:off x="2810" y="3188"/>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FF4B4B"/>
                  </a:solidFill>
                </a:rPr>
                <a:t>Puede ser menos explícito:</a:t>
              </a:r>
              <a:r>
                <a:rPr sz="1200"/>
                <a:t> a veces, el uso de async/await puede hacer que el código sea menos explícito que el uso de Promesas o funciones de devolución de llamada. Esto puede hacer que sea más difícil de entender y mantener para otros desarrolladores.</a:t>
              </a:r>
              <a:r>
                <a:rPr lang="es-AR" sz="1200"/>
                <a:t> </a:t>
              </a:r>
              <a:r>
                <a:rPr lang="en-GB" sz="1200"/>
                <a:t>&gt;</a:t>
              </a:r>
            </a:p>
          </p:txBody>
        </p:sp>
      </p:grpSp>
      <p:sp>
        <p:nvSpPr>
          <p:cNvPr id="9" name="Google Shape;489;p3"/>
          <p:cNvSpPr txBox="1"/>
          <p:nvPr/>
        </p:nvSpPr>
        <p:spPr>
          <a:xfrm>
            <a:off x="4067810" y="1130300"/>
            <a:ext cx="1737995" cy="4318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2800"/>
              <a:buNone/>
            </a:pPr>
            <a:r>
              <a:rPr lang="es-AR" altLang="en-GB" sz="1400">
                <a:solidFill>
                  <a:schemeClr val="accent6"/>
                </a:solidFill>
              </a:rPr>
              <a:t>&lt;</a:t>
            </a:r>
            <a:r>
              <a:rPr lang="es-ES" altLang="es-AR" sz="1400">
                <a:solidFill>
                  <a:schemeClr val="accent6"/>
                </a:solidFill>
              </a:rPr>
              <a:t>DES</a:t>
            </a:r>
            <a:r>
              <a:rPr lang="es-AR" altLang="es-MX" sz="1400">
                <a:solidFill>
                  <a:schemeClr val="accent6"/>
                </a:solidFill>
              </a:rPr>
              <a:t>VENTAJAS</a:t>
            </a:r>
            <a:r>
              <a:rPr lang="es-AR" altLang="en-GB" sz="1400">
                <a:solidFill>
                  <a:schemeClr val="accent6"/>
                </a:solidFill>
              </a:rPr>
              <a:t>&gt;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sz="1800" dirty="0">
                <a:sym typeface="+mn-ea"/>
              </a:rPr>
              <a:t>¿Qué es la Manipulación del DOM?</a:t>
            </a:r>
            <a:r>
              <a:rPr sz="1800" dirty="0">
                <a:sym typeface="+mn-ea"/>
              </a:rPr>
              <a:t> </a:t>
            </a:r>
            <a:r>
              <a:rPr lang="es-AR" sz="1800" dirty="0">
                <a:sym typeface="+mn-ea"/>
              </a:rPr>
              <a:t> </a:t>
            </a:r>
            <a:r>
              <a:rPr lang="en-GB" sz="1800" dirty="0">
                <a:solidFill>
                  <a:schemeClr val="accent6"/>
                </a:solidFill>
              </a:rPr>
              <a:t>{</a:t>
            </a:r>
            <a:r>
              <a:rPr lang="en-GB" sz="1800" dirty="0"/>
              <a:t> </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459" name="Google Shape;459;p1"/>
          <p:cNvSpPr txBox="1">
            <a:spLocks noGrp="1"/>
          </p:cNvSpPr>
          <p:nvPr>
            <p:ph type="subTitle" idx="1"/>
          </p:nvPr>
        </p:nvSpPr>
        <p:spPr>
          <a:xfrm>
            <a:off x="2051685" y="1203960"/>
            <a:ext cx="6202680" cy="27527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a:t>&lt; La manipulación del DOM (Document Object Model) en JavaScript se refiere a la capacidad de modificar los elementos HTML de una página web en tiempo real mediante el uso de código JavaScript. El DOM es la representación en forma de árbol de los elementos HTML en una página web y se puede acceder a él y modificarlo mediante el uso de JavaScript.</a:t>
            </a:r>
          </a:p>
          <a:p>
            <a:pPr marL="0" lvl="0" indent="0" algn="l" rtl="0">
              <a:lnSpc>
                <a:spcPct val="100000"/>
              </a:lnSpc>
              <a:spcBef>
                <a:spcPts val="0"/>
              </a:spcBef>
              <a:spcAft>
                <a:spcPts val="0"/>
              </a:spcAft>
              <a:buSzPts val="2800"/>
              <a:buNone/>
            </a:pPr>
            <a:endParaRPr lang="en-GB" sz="1400"/>
          </a:p>
          <a:p>
            <a:pPr marL="0" lvl="0" indent="0" algn="l" rtl="0">
              <a:lnSpc>
                <a:spcPct val="100000"/>
              </a:lnSpc>
              <a:spcBef>
                <a:spcPts val="0"/>
              </a:spcBef>
              <a:spcAft>
                <a:spcPts val="0"/>
              </a:spcAft>
              <a:buSzPts val="2800"/>
              <a:buNone/>
            </a:pPr>
            <a:r>
              <a:rPr lang="es-AR" sz="1400"/>
              <a:t>Algunas de las operaciones que se pueden realizar con la manipulación del DOM incluyen agregar y eliminar elementos HTML, modificar el contenido de los elementos, cambiar los atributos de los elementos y cambiar el estilo de los elementos. &gt;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sz="1800">
                <a:sym typeface="+mn-ea"/>
              </a:rPr>
              <a:t>Termino “dinamismo” </a:t>
            </a:r>
            <a:r>
              <a:rPr lang="en-GB" sz="1800">
                <a:solidFill>
                  <a:schemeClr val="accent6"/>
                </a:solidFill>
              </a:rPr>
              <a:t>{</a:t>
            </a:r>
            <a:r>
              <a:rPr lang="en-GB" sz="1800"/>
              <a:t> </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3" name="Google Shape;459;p1"/>
          <p:cNvSpPr txBox="1">
            <a:spLocks noGrp="1"/>
          </p:cNvSpPr>
          <p:nvPr>
            <p:ph type="subTitle" idx="1"/>
          </p:nvPr>
        </p:nvSpPr>
        <p:spPr>
          <a:xfrm>
            <a:off x="1795145" y="1070610"/>
            <a:ext cx="7158990" cy="125793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200" dirty="0"/>
              <a:t>&lt;</a:t>
            </a:r>
            <a:r>
              <a:rPr lang="es-AR" altLang="en-GB" sz="1200" dirty="0"/>
              <a:t> S</a:t>
            </a:r>
            <a:r>
              <a:rPr lang="en-GB" sz="1200" dirty="0"/>
              <a:t>e </a:t>
            </a:r>
            <a:r>
              <a:rPr lang="en-GB" sz="1200" dirty="0" err="1"/>
              <a:t>refiere</a:t>
            </a:r>
            <a:r>
              <a:rPr lang="en-GB" sz="1200" dirty="0"/>
              <a:t> a la </a:t>
            </a:r>
            <a:r>
              <a:rPr lang="en-GB" sz="1200" dirty="0" err="1"/>
              <a:t>capacidad</a:t>
            </a:r>
            <a:r>
              <a:rPr lang="en-GB" sz="1200" dirty="0"/>
              <a:t> del </a:t>
            </a:r>
            <a:r>
              <a:rPr lang="en-GB" sz="1200" dirty="0" err="1"/>
              <a:t>lenguaje</a:t>
            </a:r>
            <a:r>
              <a:rPr lang="en-GB" sz="1200" dirty="0"/>
              <a:t> para </a:t>
            </a:r>
            <a:r>
              <a:rPr lang="en-GB" sz="1200" dirty="0" err="1"/>
              <a:t>cambiar</a:t>
            </a:r>
            <a:r>
              <a:rPr lang="en-GB" sz="1200" dirty="0"/>
              <a:t> el </a:t>
            </a:r>
            <a:r>
              <a:rPr lang="en-GB" sz="1200" dirty="0" err="1"/>
              <a:t>comportamiento</a:t>
            </a:r>
            <a:r>
              <a:rPr lang="en-GB" sz="1200" dirty="0"/>
              <a:t> y la </a:t>
            </a:r>
            <a:r>
              <a:rPr lang="en-GB" sz="1200" dirty="0" err="1"/>
              <a:t>estructura</a:t>
            </a:r>
            <a:r>
              <a:rPr lang="en-GB" sz="1200" dirty="0"/>
              <a:t> del </a:t>
            </a:r>
            <a:r>
              <a:rPr lang="en-GB" sz="1200" dirty="0" err="1"/>
              <a:t>código</a:t>
            </a:r>
            <a:r>
              <a:rPr lang="en-GB" sz="1200" dirty="0"/>
              <a:t> en </a:t>
            </a:r>
            <a:r>
              <a:rPr lang="en-GB" sz="1200" dirty="0" err="1"/>
              <a:t>tiempo</a:t>
            </a:r>
            <a:r>
              <a:rPr lang="en-GB" sz="1200" dirty="0"/>
              <a:t> de </a:t>
            </a:r>
            <a:r>
              <a:rPr lang="en-GB" sz="1200" dirty="0" err="1"/>
              <a:t>ejecución</a:t>
            </a:r>
            <a:r>
              <a:rPr lang="en-GB" sz="1200" dirty="0"/>
              <a:t>. </a:t>
            </a:r>
            <a:r>
              <a:rPr lang="en-GB" sz="1200" dirty="0" err="1"/>
              <a:t>Esto</a:t>
            </a:r>
            <a:r>
              <a:rPr lang="en-GB" sz="1200" dirty="0"/>
              <a:t> </a:t>
            </a:r>
            <a:r>
              <a:rPr lang="en-GB" sz="1200" dirty="0" err="1"/>
              <a:t>significa</a:t>
            </a:r>
            <a:r>
              <a:rPr lang="en-GB" sz="1200" dirty="0"/>
              <a:t> </a:t>
            </a:r>
            <a:r>
              <a:rPr lang="en-GB" sz="1200" dirty="0" err="1"/>
              <a:t>que</a:t>
            </a:r>
            <a:r>
              <a:rPr lang="en-GB" sz="1200" dirty="0"/>
              <a:t>, a </a:t>
            </a:r>
            <a:r>
              <a:rPr lang="en-GB" sz="1200" dirty="0" err="1"/>
              <a:t>diferencia</a:t>
            </a:r>
            <a:r>
              <a:rPr lang="en-GB" sz="1200" dirty="0"/>
              <a:t> de </a:t>
            </a:r>
            <a:r>
              <a:rPr lang="en-GB" sz="1200" dirty="0" err="1"/>
              <a:t>otros</a:t>
            </a:r>
            <a:r>
              <a:rPr lang="en-GB" sz="1200" dirty="0"/>
              <a:t> </a:t>
            </a:r>
            <a:r>
              <a:rPr lang="en-GB" sz="1200" dirty="0" err="1"/>
              <a:t>lenguajes</a:t>
            </a:r>
            <a:r>
              <a:rPr lang="en-GB" sz="1200" dirty="0"/>
              <a:t> de </a:t>
            </a:r>
            <a:r>
              <a:rPr lang="en-GB" sz="1200" dirty="0" err="1"/>
              <a:t>programación</a:t>
            </a:r>
            <a:r>
              <a:rPr lang="en-GB" sz="1200" dirty="0"/>
              <a:t> </a:t>
            </a:r>
            <a:r>
              <a:rPr lang="en-GB" sz="1200" dirty="0" err="1"/>
              <a:t>estáticos</a:t>
            </a:r>
            <a:r>
              <a:rPr lang="en-GB" sz="1200" dirty="0"/>
              <a:t>, en los </a:t>
            </a:r>
            <a:r>
              <a:rPr lang="en-GB" sz="1200" dirty="0" err="1"/>
              <a:t>que</a:t>
            </a:r>
            <a:r>
              <a:rPr lang="en-GB" sz="1200" dirty="0"/>
              <a:t> el </a:t>
            </a:r>
            <a:r>
              <a:rPr lang="en-GB" sz="1200" dirty="0" err="1"/>
              <a:t>código</a:t>
            </a:r>
            <a:r>
              <a:rPr lang="en-GB" sz="1200" dirty="0"/>
              <a:t> se </a:t>
            </a:r>
            <a:r>
              <a:rPr lang="en-GB" sz="1200" dirty="0" err="1"/>
              <a:t>compila</a:t>
            </a:r>
            <a:r>
              <a:rPr lang="en-GB" sz="1200" dirty="0"/>
              <a:t> y se </a:t>
            </a:r>
            <a:r>
              <a:rPr lang="en-GB" sz="1200" dirty="0" err="1"/>
              <a:t>ejecuta</a:t>
            </a:r>
            <a:r>
              <a:rPr lang="en-GB" sz="1200" dirty="0"/>
              <a:t> </a:t>
            </a:r>
            <a:r>
              <a:rPr lang="en-GB" sz="1200" dirty="0" err="1"/>
              <a:t>tal</a:t>
            </a:r>
            <a:r>
              <a:rPr lang="en-GB" sz="1200" dirty="0"/>
              <a:t> </a:t>
            </a:r>
            <a:r>
              <a:rPr lang="en-GB" sz="1200" dirty="0" err="1"/>
              <a:t>como</a:t>
            </a:r>
            <a:r>
              <a:rPr lang="en-GB" sz="1200" dirty="0"/>
              <a:t> se </a:t>
            </a:r>
            <a:r>
              <a:rPr lang="en-GB" sz="1200" dirty="0" err="1"/>
              <a:t>escribió</a:t>
            </a:r>
            <a:r>
              <a:rPr lang="en-GB" sz="1200" dirty="0"/>
              <a:t> </a:t>
            </a:r>
            <a:r>
              <a:rPr lang="en-GB" sz="1200" dirty="0" err="1"/>
              <a:t>originalmente</a:t>
            </a:r>
            <a:r>
              <a:rPr lang="en-GB" sz="1200" dirty="0"/>
              <a:t>, JavaScript </a:t>
            </a:r>
            <a:r>
              <a:rPr lang="en-GB" sz="1200" dirty="0" err="1"/>
              <a:t>permite</a:t>
            </a:r>
            <a:r>
              <a:rPr lang="en-GB" sz="1200" dirty="0"/>
              <a:t> </a:t>
            </a:r>
            <a:r>
              <a:rPr lang="en-GB" sz="1200" dirty="0" err="1"/>
              <a:t>hacer</a:t>
            </a:r>
            <a:r>
              <a:rPr lang="en-GB" sz="1200" dirty="0"/>
              <a:t> </a:t>
            </a:r>
            <a:r>
              <a:rPr lang="en-GB" sz="1200" dirty="0" err="1"/>
              <a:t>cambios</a:t>
            </a:r>
            <a:r>
              <a:rPr lang="en-GB" sz="1200" dirty="0"/>
              <a:t> en el </a:t>
            </a:r>
            <a:r>
              <a:rPr lang="en-GB" sz="1200" dirty="0" err="1"/>
              <a:t>código</a:t>
            </a:r>
            <a:r>
              <a:rPr lang="en-GB" sz="1200" dirty="0"/>
              <a:t> en </a:t>
            </a:r>
            <a:r>
              <a:rPr lang="en-GB" sz="1200" dirty="0" err="1"/>
              <a:t>tiempo</a:t>
            </a:r>
            <a:r>
              <a:rPr lang="en-GB" sz="1200" dirty="0"/>
              <a:t> de </a:t>
            </a:r>
            <a:r>
              <a:rPr lang="en-GB" sz="1200" dirty="0" err="1"/>
              <a:t>ejecución</a:t>
            </a:r>
            <a:r>
              <a:rPr lang="en-GB" sz="1200" dirty="0"/>
              <a:t>, lo </a:t>
            </a:r>
            <a:r>
              <a:rPr lang="en-GB" sz="1200" dirty="0" err="1"/>
              <a:t>que</a:t>
            </a:r>
            <a:r>
              <a:rPr lang="en-GB" sz="1200" dirty="0"/>
              <a:t> a </a:t>
            </a:r>
            <a:r>
              <a:rPr lang="en-GB" sz="1200" dirty="0" err="1"/>
              <a:t>su</a:t>
            </a:r>
            <a:r>
              <a:rPr lang="en-GB" sz="1200" dirty="0"/>
              <a:t> </a:t>
            </a:r>
            <a:r>
              <a:rPr lang="en-GB" sz="1200" dirty="0" err="1"/>
              <a:t>vez</a:t>
            </a:r>
            <a:r>
              <a:rPr lang="en-GB" sz="1200" dirty="0"/>
              <a:t> </a:t>
            </a:r>
            <a:r>
              <a:rPr lang="en-GB" sz="1200" dirty="0" err="1"/>
              <a:t>permite</a:t>
            </a:r>
            <a:r>
              <a:rPr lang="en-GB" sz="1200" dirty="0"/>
              <a:t> </a:t>
            </a:r>
            <a:r>
              <a:rPr lang="en-GB" sz="1200" dirty="0" err="1"/>
              <a:t>crear</a:t>
            </a:r>
            <a:r>
              <a:rPr lang="en-GB" sz="1200" dirty="0"/>
              <a:t> </a:t>
            </a:r>
            <a:r>
              <a:rPr lang="en-GB" sz="1200" dirty="0" err="1"/>
              <a:t>aplicaciones</a:t>
            </a:r>
            <a:r>
              <a:rPr lang="en-GB" sz="1200" dirty="0"/>
              <a:t> </a:t>
            </a:r>
            <a:r>
              <a:rPr lang="en-GB" sz="1200" dirty="0" err="1"/>
              <a:t>más</a:t>
            </a:r>
            <a:r>
              <a:rPr lang="en-GB" sz="1200" dirty="0"/>
              <a:t> </a:t>
            </a:r>
            <a:r>
              <a:rPr lang="en-GB" sz="1200" dirty="0" err="1"/>
              <a:t>flexibles</a:t>
            </a:r>
            <a:r>
              <a:rPr lang="en-GB" sz="1200" dirty="0"/>
              <a:t> y </a:t>
            </a:r>
            <a:r>
              <a:rPr lang="en-GB" sz="1200" dirty="0" err="1"/>
              <a:t>adaptables</a:t>
            </a:r>
            <a:r>
              <a:rPr lang="en-GB" sz="1200" dirty="0"/>
              <a:t>.</a:t>
            </a:r>
          </a:p>
          <a:p>
            <a:pPr marL="0" lvl="0" indent="0" algn="l" rtl="0">
              <a:lnSpc>
                <a:spcPct val="100000"/>
              </a:lnSpc>
              <a:spcBef>
                <a:spcPts val="0"/>
              </a:spcBef>
              <a:spcAft>
                <a:spcPts val="0"/>
              </a:spcAft>
              <a:buSzPts val="2800"/>
              <a:buNone/>
            </a:pPr>
            <a:endParaRPr lang="en-GB" sz="1200" dirty="0"/>
          </a:p>
          <a:p>
            <a:pPr marL="0" lvl="0" indent="0" algn="l" rtl="0">
              <a:lnSpc>
                <a:spcPct val="100000"/>
              </a:lnSpc>
              <a:spcBef>
                <a:spcPts val="0"/>
              </a:spcBef>
              <a:spcAft>
                <a:spcPts val="0"/>
              </a:spcAft>
              <a:buSzPts val="2800"/>
              <a:buNone/>
            </a:pPr>
            <a:r>
              <a:rPr lang="es-AR" sz="1200" dirty="0"/>
              <a:t>Entre las características que hacen que JavaScript sea un lenguaje dinámico se incluyen: &gt;</a:t>
            </a:r>
          </a:p>
        </p:txBody>
      </p:sp>
      <p:grpSp>
        <p:nvGrpSpPr>
          <p:cNvPr id="35" name="Group 34"/>
          <p:cNvGrpSpPr/>
          <p:nvPr/>
        </p:nvGrpSpPr>
        <p:grpSpPr>
          <a:xfrm>
            <a:off x="1691640" y="2458720"/>
            <a:ext cx="7200900" cy="2034540"/>
            <a:chOff x="2778" y="1800"/>
            <a:chExt cx="11340" cy="2162"/>
          </a:xfrm>
        </p:grpSpPr>
        <p:sp>
          <p:nvSpPr>
            <p:cNvPr id="481" name="Google Shape;481;p3"/>
            <p:cNvSpPr txBox="1"/>
            <p:nvPr/>
          </p:nvSpPr>
          <p:spPr>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solidFill>
                    <a:srgbClr val="FF4B4B"/>
                  </a:solidFill>
                </a:rPr>
                <a:t> </a:t>
              </a:r>
              <a:r>
                <a:rPr lang="en-GB" sz="1200">
                  <a:solidFill>
                    <a:schemeClr val="bg2"/>
                  </a:solidFill>
                </a:rPr>
                <a:t>Tipado dinámico:</a:t>
              </a:r>
              <a:r>
                <a:rPr lang="en-GB" sz="1200"/>
                <a:t> JavaScript no requiere que se especifique el tipo de datos de una variable al declararla. En su lugar, el tipo de datos se determina en tiempo de ejecución, lo que permite cambiar el tipo de datos de una variable en cualquier momento.</a:t>
              </a:r>
              <a:r>
                <a:rPr lang="es-AR" altLang="en-GB" sz="1200"/>
                <a:t> </a:t>
              </a:r>
              <a:r>
                <a:rPr lang="en-GB" sz="1200"/>
                <a:t>&gt;</a:t>
              </a:r>
            </a:p>
          </p:txBody>
        </p:sp>
        <p:sp>
          <p:nvSpPr>
            <p:cNvPr id="24" name="Google Shape;481;p3"/>
            <p:cNvSpPr txBox="1"/>
            <p:nvPr/>
          </p:nvSpPr>
          <p:spPr>
            <a:xfrm>
              <a:off x="2810" y="2493"/>
              <a:ext cx="11308" cy="5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chemeClr val="bg2"/>
                  </a:solidFill>
                </a:rPr>
                <a:t>Prototipado:</a:t>
              </a:r>
              <a:r>
                <a:rPr sz="1200"/>
                <a:t> en JavaScript, los objetos se crean utilizando un sistema de prototipos en lugar de una clase tradicional. Esto significa que los objetos pueden ser modificados dinámicamente en tiempo de ejecución..</a:t>
              </a:r>
              <a:r>
                <a:rPr lang="en-GB" sz="1200"/>
                <a:t>&gt;</a:t>
              </a:r>
            </a:p>
          </p:txBody>
        </p:sp>
        <p:sp>
          <p:nvSpPr>
            <p:cNvPr id="27" name="Google Shape;481;p3"/>
            <p:cNvSpPr txBox="1"/>
            <p:nvPr/>
          </p:nvSpPr>
          <p:spPr>
            <a:xfrm>
              <a:off x="2810" y="3167"/>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chemeClr val="bg2"/>
                  </a:solidFill>
                </a:rPr>
                <a:t>Funciones de orden superior:</a:t>
              </a:r>
              <a:r>
                <a:rPr sz="1200"/>
                <a:t> las funciones en JavaScript se pueden pasar como argumentos a otras funciones y se pueden devolver como valores. Esto permite crear funciones más genéricas y flexibles que pueden adaptarse a diferentes situaciones.</a:t>
              </a:r>
              <a:r>
                <a:rPr lang="en-GB" sz="1200"/>
                <a:t>&gt;</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dirty="0">
                <a:sym typeface="+mn-ea"/>
              </a:rPr>
              <a:t>¿</a:t>
            </a:r>
            <a:r>
              <a:rPr sz="1800" dirty="0" err="1">
                <a:sym typeface="+mn-ea"/>
              </a:rPr>
              <a:t>Qué</a:t>
            </a:r>
            <a:r>
              <a:rPr sz="1800" dirty="0">
                <a:sym typeface="+mn-ea"/>
              </a:rPr>
              <a:t> </a:t>
            </a:r>
            <a:r>
              <a:rPr sz="1800" dirty="0" err="1">
                <a:sym typeface="+mn-ea"/>
              </a:rPr>
              <a:t>es</a:t>
            </a:r>
            <a:r>
              <a:rPr sz="1800" dirty="0">
                <a:sym typeface="+mn-ea"/>
              </a:rPr>
              <a:t> </a:t>
            </a:r>
            <a:r>
              <a:rPr sz="1800" dirty="0" err="1">
                <a:sym typeface="+mn-ea"/>
              </a:rPr>
              <a:t>una</a:t>
            </a:r>
            <a:r>
              <a:rPr sz="1800" dirty="0">
                <a:sym typeface="+mn-ea"/>
              </a:rPr>
              <a:t> API? </a:t>
            </a:r>
            <a:r>
              <a:rPr lang="es-AR" sz="1800" dirty="0">
                <a:sym typeface="+mn-ea"/>
              </a:rPr>
              <a:t> </a:t>
            </a:r>
            <a:r>
              <a:rPr lang="en-GB" sz="1800" dirty="0">
                <a:solidFill>
                  <a:schemeClr val="accent6"/>
                </a:solidFill>
              </a:rPr>
              <a:t>{</a:t>
            </a:r>
            <a:r>
              <a:rPr lang="en-GB" sz="1800" dirty="0"/>
              <a:t> </a:t>
            </a:r>
          </a:p>
        </p:txBody>
      </p:sp>
      <p:sp>
        <p:nvSpPr>
          <p:cNvPr id="512" name="Google Shape;512;p5"/>
          <p:cNvSpPr txBox="1"/>
          <p:nvPr/>
        </p:nvSpPr>
        <p:spPr>
          <a:xfrm>
            <a:off x="1254760" y="1203960"/>
            <a:ext cx="7889240" cy="129413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dirty="0"/>
              <a:t>&lt;</a:t>
            </a:r>
            <a:r>
              <a:rPr lang="es-AR" altLang="en-GB" dirty="0"/>
              <a:t> API significa "</a:t>
            </a:r>
            <a:r>
              <a:rPr lang="es-AR" altLang="en-GB" dirty="0" err="1"/>
              <a:t>Application</a:t>
            </a:r>
            <a:r>
              <a:rPr lang="es-AR" altLang="en-GB" dirty="0"/>
              <a:t> </a:t>
            </a:r>
            <a:r>
              <a:rPr lang="es-AR" altLang="en-GB" dirty="0" err="1"/>
              <a:t>Programming</a:t>
            </a:r>
            <a:r>
              <a:rPr lang="es-AR" altLang="en-GB" dirty="0"/>
              <a:t> Interface" o Interfaz de Programación de Aplicaciones en español. En JavaScript, una API puede referirse a una variedad de cosas, pero en general se refiere a un conjunto de funciones y procedimientos que se pueden utilizar para acceder a características o datos de un software o servicio externo.</a:t>
            </a:r>
            <a:r>
              <a:rPr lang="es-MX" altLang="en-GB" dirty="0"/>
              <a:t> </a:t>
            </a:r>
            <a:r>
              <a:rPr lang="en-GB" dirty="0"/>
              <a:t>&gt;</a:t>
            </a:r>
          </a:p>
        </p:txBody>
      </p:sp>
      <p:pic>
        <p:nvPicPr>
          <p:cNvPr id="5" name="Picture 4" descr="api"/>
          <p:cNvPicPr>
            <a:picLocks noChangeAspect="1"/>
          </p:cNvPicPr>
          <p:nvPr/>
        </p:nvPicPr>
        <p:blipFill>
          <a:blip r:embed="rId3"/>
          <a:srcRect l="16436" t="14634" r="16427" b="15295"/>
          <a:stretch>
            <a:fillRect/>
          </a:stretch>
        </p:blipFill>
        <p:spPr>
          <a:xfrm>
            <a:off x="3687762" y="2498725"/>
            <a:ext cx="2921635" cy="1711960"/>
          </a:xfrm>
          <a:prstGeom prst="rect">
            <a:avLst/>
          </a:prstGeom>
          <a:effectLst>
            <a:glow rad="228600">
              <a:schemeClr val="accent3">
                <a:satMod val="175000"/>
                <a:alpha val="6000"/>
              </a:schemeClr>
            </a:glow>
          </a:effectLst>
        </p:spPr>
      </p:pic>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sz="1800">
                <a:sym typeface="+mn-ea"/>
              </a:rPr>
              <a:t>¿Qué es una API del navegador en JavaScript?</a:t>
            </a:r>
            <a:r>
              <a:rPr sz="1800">
                <a:sym typeface="+mn-ea"/>
              </a:rPr>
              <a:t> </a:t>
            </a:r>
            <a:r>
              <a:rPr lang="es-AR" sz="1800">
                <a:sym typeface="+mn-ea"/>
              </a:rPr>
              <a:t> </a:t>
            </a:r>
            <a:r>
              <a:rPr lang="en-GB" sz="1800">
                <a:solidFill>
                  <a:schemeClr val="accent6"/>
                </a:solidFill>
              </a:rPr>
              <a:t>{</a:t>
            </a:r>
            <a:r>
              <a:rPr lang="en-GB" sz="1800"/>
              <a:t> </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dirty="0" err="1">
                <a:sym typeface="+mn-ea"/>
              </a:rPr>
              <a:t>Asincronía</a:t>
            </a:r>
            <a:r>
              <a:rPr lang="es-ES" altLang="es-AR" sz="1400" dirty="0">
                <a:sym typeface="+mn-ea"/>
              </a:rPr>
              <a:t>, Manipulación del DOM y API</a:t>
            </a:r>
            <a:r>
              <a:rPr lang="es-MX" sz="1400" dirty="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459" name="Google Shape;459;p1"/>
          <p:cNvSpPr txBox="1">
            <a:spLocks noGrp="1"/>
          </p:cNvSpPr>
          <p:nvPr>
            <p:ph type="subTitle" idx="1"/>
          </p:nvPr>
        </p:nvSpPr>
        <p:spPr>
          <a:xfrm>
            <a:off x="1795145" y="1070610"/>
            <a:ext cx="7158990" cy="125793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200" dirty="0"/>
              <a:t>&lt;</a:t>
            </a:r>
            <a:r>
              <a:rPr lang="es-AR" altLang="en-GB" sz="1200" dirty="0"/>
              <a:t> </a:t>
            </a:r>
            <a:r>
              <a:rPr sz="1200" dirty="0" err="1"/>
              <a:t>Una</a:t>
            </a:r>
            <a:r>
              <a:rPr sz="1200" dirty="0"/>
              <a:t> API del </a:t>
            </a:r>
            <a:r>
              <a:rPr sz="1200" dirty="0" err="1"/>
              <a:t>navegador</a:t>
            </a:r>
            <a:r>
              <a:rPr sz="1200" dirty="0"/>
              <a:t> en JavaScript </a:t>
            </a:r>
            <a:r>
              <a:rPr sz="1200" dirty="0" err="1"/>
              <a:t>es</a:t>
            </a:r>
            <a:r>
              <a:rPr sz="1200" dirty="0"/>
              <a:t> un </a:t>
            </a:r>
            <a:r>
              <a:rPr sz="1200" dirty="0" err="1"/>
              <a:t>conjunto</a:t>
            </a:r>
            <a:r>
              <a:rPr sz="1200" dirty="0"/>
              <a:t> de </a:t>
            </a:r>
            <a:r>
              <a:rPr sz="1200" dirty="0" err="1"/>
              <a:t>funciones</a:t>
            </a:r>
            <a:r>
              <a:rPr sz="1200" dirty="0"/>
              <a:t> y </a:t>
            </a:r>
            <a:r>
              <a:rPr sz="1200" dirty="0" err="1"/>
              <a:t>métodos</a:t>
            </a:r>
            <a:r>
              <a:rPr sz="1200" dirty="0"/>
              <a:t> </a:t>
            </a:r>
            <a:r>
              <a:rPr sz="1200" dirty="0" err="1"/>
              <a:t>que</a:t>
            </a:r>
            <a:r>
              <a:rPr sz="1200" dirty="0"/>
              <a:t> </a:t>
            </a:r>
            <a:r>
              <a:rPr sz="1200" dirty="0" err="1"/>
              <a:t>están</a:t>
            </a:r>
            <a:r>
              <a:rPr sz="1200" dirty="0"/>
              <a:t> </a:t>
            </a:r>
            <a:r>
              <a:rPr sz="1200" dirty="0" err="1"/>
              <a:t>disponibles</a:t>
            </a:r>
            <a:r>
              <a:rPr sz="1200" dirty="0"/>
              <a:t> en los </a:t>
            </a:r>
            <a:r>
              <a:rPr sz="1200" dirty="0" err="1"/>
              <a:t>navegadores</a:t>
            </a:r>
            <a:r>
              <a:rPr sz="1200" dirty="0"/>
              <a:t> web </a:t>
            </a:r>
            <a:r>
              <a:rPr sz="1200" dirty="0" err="1"/>
              <a:t>modernos</a:t>
            </a:r>
            <a:r>
              <a:rPr sz="1200" dirty="0"/>
              <a:t> y </a:t>
            </a:r>
            <a:r>
              <a:rPr sz="1200" dirty="0" err="1"/>
              <a:t>que</a:t>
            </a:r>
            <a:r>
              <a:rPr sz="1200" dirty="0"/>
              <a:t> </a:t>
            </a:r>
            <a:r>
              <a:rPr sz="1200" dirty="0" err="1"/>
              <a:t>permiten</a:t>
            </a:r>
            <a:r>
              <a:rPr sz="1200" dirty="0"/>
              <a:t> a los </a:t>
            </a:r>
            <a:r>
              <a:rPr sz="1200" dirty="0" err="1"/>
              <a:t>desarrolladores</a:t>
            </a:r>
            <a:r>
              <a:rPr sz="1200" dirty="0"/>
              <a:t> </a:t>
            </a:r>
            <a:r>
              <a:rPr sz="1200" dirty="0" err="1"/>
              <a:t>interactuar</a:t>
            </a:r>
            <a:r>
              <a:rPr sz="1200" dirty="0"/>
              <a:t> con el </a:t>
            </a:r>
            <a:r>
              <a:rPr sz="1200" dirty="0" err="1"/>
              <a:t>entorno</a:t>
            </a:r>
            <a:r>
              <a:rPr sz="1200" dirty="0"/>
              <a:t> del </a:t>
            </a:r>
            <a:r>
              <a:rPr sz="1200" dirty="0" err="1"/>
              <a:t>navegador</a:t>
            </a:r>
            <a:r>
              <a:rPr sz="1200" dirty="0"/>
              <a:t> y </a:t>
            </a:r>
            <a:r>
              <a:rPr sz="1200" dirty="0" err="1"/>
              <a:t>acceder</a:t>
            </a:r>
            <a:r>
              <a:rPr sz="1200" dirty="0"/>
              <a:t> a </a:t>
            </a:r>
            <a:r>
              <a:rPr sz="1200" dirty="0" err="1"/>
              <a:t>diversas</a:t>
            </a:r>
            <a:r>
              <a:rPr sz="1200" dirty="0"/>
              <a:t> </a:t>
            </a:r>
            <a:r>
              <a:rPr sz="1200" dirty="0" err="1"/>
              <a:t>funcionalidades</a:t>
            </a:r>
            <a:r>
              <a:rPr sz="1200" dirty="0"/>
              <a:t> del </a:t>
            </a:r>
            <a:r>
              <a:rPr sz="1200" dirty="0" err="1"/>
              <a:t>mismo</a:t>
            </a:r>
            <a:r>
              <a:rPr sz="1200" dirty="0"/>
              <a:t>, </a:t>
            </a:r>
            <a:r>
              <a:rPr sz="1200" dirty="0" err="1"/>
              <a:t>como</a:t>
            </a:r>
            <a:r>
              <a:rPr sz="1200" dirty="0"/>
              <a:t> el DOM (Document Object Model), la </a:t>
            </a:r>
            <a:r>
              <a:rPr sz="1200" dirty="0" err="1"/>
              <a:t>manipulación</a:t>
            </a:r>
            <a:r>
              <a:rPr sz="1200" dirty="0"/>
              <a:t> de </a:t>
            </a:r>
            <a:r>
              <a:rPr sz="1200" dirty="0" err="1"/>
              <a:t>eventos</a:t>
            </a:r>
            <a:r>
              <a:rPr sz="1200" dirty="0"/>
              <a:t>, el </a:t>
            </a:r>
            <a:r>
              <a:rPr sz="1200" dirty="0" err="1"/>
              <a:t>almacenamiento</a:t>
            </a:r>
            <a:r>
              <a:rPr sz="1200" dirty="0"/>
              <a:t> local, el </a:t>
            </a:r>
            <a:r>
              <a:rPr sz="1200" dirty="0" err="1"/>
              <a:t>acceso</a:t>
            </a:r>
            <a:r>
              <a:rPr sz="1200" dirty="0"/>
              <a:t> a la </a:t>
            </a:r>
            <a:r>
              <a:rPr sz="1200" dirty="0" err="1"/>
              <a:t>cámara</a:t>
            </a:r>
            <a:r>
              <a:rPr sz="1200" dirty="0"/>
              <a:t> y el </a:t>
            </a:r>
            <a:r>
              <a:rPr sz="1200" dirty="0" err="1"/>
              <a:t>micrófono</a:t>
            </a:r>
            <a:r>
              <a:rPr sz="1200" dirty="0"/>
              <a:t>, y </a:t>
            </a:r>
            <a:r>
              <a:rPr sz="1200" dirty="0" err="1"/>
              <a:t>muchas</a:t>
            </a:r>
            <a:r>
              <a:rPr sz="1200" dirty="0"/>
              <a:t> </a:t>
            </a:r>
            <a:r>
              <a:rPr sz="1200" dirty="0" err="1"/>
              <a:t>otras</a:t>
            </a:r>
            <a:r>
              <a:rPr sz="1200" dirty="0"/>
              <a:t>.</a:t>
            </a:r>
          </a:p>
          <a:p>
            <a:pPr marL="0" lvl="0" indent="0" algn="l" rtl="0">
              <a:lnSpc>
                <a:spcPct val="100000"/>
              </a:lnSpc>
              <a:spcBef>
                <a:spcPts val="0"/>
              </a:spcBef>
              <a:spcAft>
                <a:spcPts val="0"/>
              </a:spcAft>
              <a:buSzPts val="2800"/>
              <a:buNone/>
            </a:pPr>
            <a:endParaRPr lang="en-GB" sz="1200" dirty="0"/>
          </a:p>
          <a:p>
            <a:pPr marL="0" lvl="0" indent="0" algn="l" rtl="0">
              <a:lnSpc>
                <a:spcPct val="100000"/>
              </a:lnSpc>
              <a:spcBef>
                <a:spcPts val="0"/>
              </a:spcBef>
              <a:spcAft>
                <a:spcPts val="0"/>
              </a:spcAft>
              <a:buSzPts val="2800"/>
              <a:buNone/>
            </a:pPr>
            <a:r>
              <a:rPr lang="es-AR" sz="1200" dirty="0"/>
              <a:t>Algunas de las </a:t>
            </a:r>
            <a:r>
              <a:rPr lang="es-AR" sz="1200" dirty="0" err="1"/>
              <a:t>APIs</a:t>
            </a:r>
            <a:r>
              <a:rPr lang="es-AR" sz="1200" dirty="0"/>
              <a:t> del navegador más comunes incluyen: &gt;</a:t>
            </a:r>
          </a:p>
        </p:txBody>
      </p:sp>
      <p:grpSp>
        <p:nvGrpSpPr>
          <p:cNvPr id="8" name="Group 4"/>
          <p:cNvGrpSpPr/>
          <p:nvPr/>
        </p:nvGrpSpPr>
        <p:grpSpPr>
          <a:xfrm>
            <a:off x="1691640" y="2355850"/>
            <a:ext cx="7200900" cy="2093595"/>
            <a:chOff x="2664" y="3872"/>
            <a:chExt cx="11340" cy="2832"/>
          </a:xfrm>
        </p:grpSpPr>
        <p:grpSp>
          <p:nvGrpSpPr>
            <p:cNvPr id="35" name="Group 34"/>
            <p:cNvGrpSpPr/>
            <p:nvPr/>
          </p:nvGrpSpPr>
          <p:grpSpPr>
            <a:xfrm>
              <a:off x="2664" y="3872"/>
              <a:ext cx="11340" cy="1867"/>
              <a:chOff x="2778" y="1800"/>
              <a:chExt cx="11340" cy="1260"/>
            </a:xfrm>
          </p:grpSpPr>
          <p:sp>
            <p:nvSpPr>
              <p:cNvPr id="481" name="Google Shape;481;p3"/>
              <p:cNvSpPr txBox="1"/>
              <p:nvPr/>
            </p:nvSpPr>
            <p:spPr>
              <a:xfrm>
                <a:off x="2778" y="1800"/>
                <a:ext cx="11308" cy="40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solidFill>
                      <a:srgbClr val="FF4B4B"/>
                    </a:solidFill>
                  </a:rPr>
                  <a:t> </a:t>
                </a:r>
                <a:r>
                  <a:rPr lang="en-GB" sz="1200">
                    <a:solidFill>
                      <a:schemeClr val="tx2"/>
                    </a:solidFill>
                  </a:rPr>
                  <a:t>API del DOM:</a:t>
                </a:r>
                <a:r>
                  <a:rPr lang="en-GB" sz="1200"/>
                  <a:t> Permite a los desarrolladores manipular y actualizar el contenido HTML y CSS de una página web en tiempo real.</a:t>
                </a:r>
                <a:r>
                  <a:rPr lang="es-AR" altLang="en-GB" sz="1200"/>
                  <a:t> </a:t>
                </a:r>
                <a:r>
                  <a:rPr lang="en-GB" sz="1200"/>
                  <a:t>&gt;</a:t>
                </a:r>
              </a:p>
            </p:txBody>
          </p:sp>
          <p:sp>
            <p:nvSpPr>
              <p:cNvPr id="24" name="Google Shape;481;p3"/>
              <p:cNvSpPr txBox="1"/>
              <p:nvPr/>
            </p:nvSpPr>
            <p:spPr>
              <a:xfrm>
                <a:off x="2810" y="2216"/>
                <a:ext cx="11308" cy="39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chemeClr val="tx2"/>
                    </a:solidFill>
                  </a:rPr>
                  <a:t>API de eventos:</a:t>
                </a:r>
                <a:r>
                  <a:rPr sz="1200"/>
                  <a:t> Permite a los desarrolladores manejar eventos del usuario, como clics de ratón y pulsaciones de teclas.</a:t>
                </a:r>
                <a:r>
                  <a:rPr lang="en-GB" sz="1200"/>
                  <a:t>&gt;</a:t>
                </a:r>
              </a:p>
            </p:txBody>
          </p:sp>
          <p:sp>
            <p:nvSpPr>
              <p:cNvPr id="27" name="Google Shape;481;p3"/>
              <p:cNvSpPr txBox="1"/>
              <p:nvPr/>
            </p:nvSpPr>
            <p:spPr>
              <a:xfrm>
                <a:off x="2810" y="2609"/>
                <a:ext cx="11308" cy="45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chemeClr val="tx2"/>
                    </a:solidFill>
                  </a:rPr>
                  <a:t>API de almacenamiento local:</a:t>
                </a:r>
                <a:r>
                  <a:rPr sz="1200"/>
                  <a:t> Permite a los desarrolladores almacenar datos en el navegador del usuario, como preferencias de usuario y datos de la aplicación.</a:t>
                </a:r>
                <a:r>
                  <a:rPr lang="en-GB" sz="1200"/>
                  <a:t>&gt;</a:t>
                </a:r>
              </a:p>
            </p:txBody>
          </p:sp>
        </p:grpSp>
        <p:sp>
          <p:nvSpPr>
            <p:cNvPr id="9" name="Google Shape;481;p3"/>
            <p:cNvSpPr txBox="1"/>
            <p:nvPr/>
          </p:nvSpPr>
          <p:spPr>
            <a:xfrm>
              <a:off x="2696" y="5739"/>
              <a:ext cx="11308" cy="389"/>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chemeClr val="tx2"/>
                  </a:solidFill>
                </a:rPr>
                <a:t>API de geolocalización:</a:t>
              </a:r>
              <a:r>
                <a:rPr sz="1200"/>
                <a:t> Permite a los desarrolladores acceder a la ubicación del usuario.</a:t>
              </a:r>
              <a:r>
                <a:rPr lang="en-GB" sz="1200"/>
                <a:t>&gt;</a:t>
              </a:r>
            </a:p>
          </p:txBody>
        </p:sp>
        <p:sp>
          <p:nvSpPr>
            <p:cNvPr id="10" name="Google Shape;481;p3"/>
            <p:cNvSpPr txBox="1"/>
            <p:nvPr/>
          </p:nvSpPr>
          <p:spPr>
            <a:xfrm>
              <a:off x="2696" y="6142"/>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chemeClr val="tx2"/>
                  </a:solidFill>
                </a:rPr>
                <a:t>API de cámara y micrófono:</a:t>
              </a:r>
              <a:r>
                <a:rPr sz="1200"/>
                <a:t> Permite a los desarrolladores acceder a la cámara y el micrófono del dispositivo del usuario.</a:t>
              </a:r>
              <a:r>
                <a:rPr lang="en-GB" sz="1200"/>
                <a:t>&gt;</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dirty="0">
                <a:sym typeface="+mn-ea"/>
              </a:rPr>
              <a:t>¿Para </a:t>
            </a:r>
            <a:r>
              <a:rPr sz="1800" dirty="0" err="1">
                <a:sym typeface="+mn-ea"/>
              </a:rPr>
              <a:t>qué</a:t>
            </a:r>
            <a:r>
              <a:rPr sz="1800" dirty="0">
                <a:sym typeface="+mn-ea"/>
              </a:rPr>
              <a:t> se </a:t>
            </a:r>
            <a:r>
              <a:rPr sz="1800" dirty="0" err="1">
                <a:sym typeface="+mn-ea"/>
              </a:rPr>
              <a:t>utilizan</a:t>
            </a:r>
            <a:r>
              <a:rPr sz="1800" dirty="0">
                <a:sym typeface="+mn-ea"/>
              </a:rPr>
              <a:t> </a:t>
            </a:r>
            <a:r>
              <a:rPr sz="1800" dirty="0" err="1">
                <a:sym typeface="+mn-ea"/>
              </a:rPr>
              <a:t>las</a:t>
            </a:r>
            <a:r>
              <a:rPr sz="1800" dirty="0">
                <a:sym typeface="+mn-ea"/>
              </a:rPr>
              <a:t> API's? </a:t>
            </a:r>
            <a:r>
              <a:rPr lang="es-AR" sz="1800" dirty="0">
                <a:sym typeface="+mn-ea"/>
              </a:rPr>
              <a:t> </a:t>
            </a:r>
            <a:r>
              <a:rPr lang="en-GB" sz="1800" dirty="0">
                <a:solidFill>
                  <a:schemeClr val="accent6"/>
                </a:solidFill>
              </a:rPr>
              <a:t>{</a:t>
            </a:r>
            <a:r>
              <a:rPr lang="en-GB" sz="1800" dirty="0"/>
              <a:t> </a:t>
            </a:r>
          </a:p>
        </p:txBody>
      </p:sp>
      <p:sp>
        <p:nvSpPr>
          <p:cNvPr id="512" name="Google Shape;512;p5"/>
          <p:cNvSpPr txBox="1"/>
          <p:nvPr/>
        </p:nvSpPr>
        <p:spPr>
          <a:xfrm>
            <a:off x="1254760" y="1131570"/>
            <a:ext cx="7889240" cy="9404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dirty="0"/>
              <a:t>&lt;</a:t>
            </a:r>
            <a:r>
              <a:rPr lang="es-AR" altLang="en-GB" dirty="0"/>
              <a:t> Las API</a:t>
            </a:r>
            <a:r>
              <a:rPr lang="es-ES" altLang="es-AR" dirty="0"/>
              <a:t>’</a:t>
            </a:r>
            <a:r>
              <a:rPr lang="es-AR" altLang="en-GB" dirty="0"/>
              <a:t>s pueden proporcionar diferentes niveles de acceso y control, y pueden ser utilizadas para interactuar con una variedad de servicios, como redes sociales, bases de datos, servicios de almacenamiento en la nube, y muchos otros. Al utilizar una API, un programador puede acceder a la funcionalidad de otro servicio y utilizarla en su propio código.</a:t>
            </a:r>
            <a:r>
              <a:rPr lang="es-MX" altLang="en-GB" dirty="0"/>
              <a:t> </a:t>
            </a:r>
            <a:r>
              <a:rPr lang="en-GB" dirty="0"/>
              <a:t>&gt;</a:t>
            </a:r>
          </a:p>
        </p:txBody>
      </p:sp>
      <p:pic>
        <p:nvPicPr>
          <p:cNvPr id="5" name="Picture 4" descr="js-API2"/>
          <p:cNvPicPr>
            <a:picLocks noChangeAspect="1"/>
          </p:cNvPicPr>
          <p:nvPr/>
        </p:nvPicPr>
        <p:blipFill>
          <a:blip r:embed="rId3"/>
          <a:stretch>
            <a:fillRect/>
          </a:stretch>
        </p:blipFill>
        <p:spPr>
          <a:xfrm>
            <a:off x="3381153" y="2205344"/>
            <a:ext cx="3546578" cy="2216831"/>
          </a:xfrm>
          <a:prstGeom prst="rect">
            <a:avLst/>
          </a:prstGeom>
          <a:effectLst>
            <a:softEdge rad="25400"/>
          </a:effectLst>
        </p:spPr>
      </p:pic>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pic>
        <p:nvPicPr>
          <p:cNvPr id="4098" name="Picture 2" descr="Ilustración sobre cómo funciona una API web"/>
          <p:cNvPicPr>
            <a:picLocks noChangeAspect="1" noChangeArrowheads="1"/>
          </p:cNvPicPr>
          <p:nvPr/>
        </p:nvPicPr>
        <p:blipFill rotWithShape="1">
          <a:blip r:embed="rId3">
            <a:extLst>
              <a:ext uri="{28A0092B-C50C-407E-A947-70E740481C1C}">
                <a14:useLocalDpi xmlns:a14="http://schemas.microsoft.com/office/drawing/2010/main" val="0"/>
              </a:ext>
            </a:extLst>
          </a:blip>
          <a:srcRect t="11905" b="10311"/>
          <a:stretch/>
        </p:blipFill>
        <p:spPr bwMode="auto">
          <a:xfrm>
            <a:off x="1510628" y="1429407"/>
            <a:ext cx="6605942" cy="2890345"/>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515;p5"/>
          <p:cNvSpPr txBox="1">
            <a:spLocks/>
          </p:cNvSpPr>
          <p:nvPr/>
        </p:nvSpPr>
        <p:spPr>
          <a:xfrm>
            <a:off x="1510628" y="789174"/>
            <a:ext cx="4259668" cy="53086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panose="020B0604020202020204"/>
              <a:buNone/>
              <a:defRPr sz="30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ctr" rtl="0">
              <a:lnSpc>
                <a:spcPct val="100000"/>
              </a:lnSpc>
              <a:spcBef>
                <a:spcPts val="0"/>
              </a:spcBef>
              <a:spcAft>
                <a:spcPts val="0"/>
              </a:spcAft>
              <a:buClr>
                <a:schemeClr val="dk1"/>
              </a:buClr>
              <a:buSzPts val="5200"/>
              <a:buFont typeface="Fira Code" panose="020B0604020202020204"/>
              <a:buNone/>
              <a:defRPr sz="52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a:buSzPts val="2800"/>
            </a:pPr>
            <a:r>
              <a:rPr lang="es-MX" sz="1800" dirty="0" smtClean="0">
                <a:sym typeface="+mn-ea"/>
              </a:rPr>
              <a:t>Ejemplo de funcionamiento de una API</a:t>
            </a:r>
            <a:endParaRPr lang="es-MX" sz="1800" dirty="0"/>
          </a:p>
        </p:txBody>
      </p:sp>
    </p:spTree>
    <p:extLst>
      <p:ext uri="{BB962C8B-B14F-4D97-AF65-F5344CB8AC3E}">
        <p14:creationId xmlns:p14="http://schemas.microsoft.com/office/powerpoint/2010/main" val="4019842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dirty="0">
                <a:sym typeface="+mn-ea"/>
              </a:rPr>
              <a:t>¿</a:t>
            </a:r>
            <a:r>
              <a:rPr lang="es-AR" sz="1800" dirty="0">
                <a:sym typeface="+mn-ea"/>
              </a:rPr>
              <a:t>Qué es un formato JSON</a:t>
            </a:r>
            <a:r>
              <a:rPr sz="1800" dirty="0">
                <a:sym typeface="+mn-ea"/>
              </a:rPr>
              <a:t>? </a:t>
            </a:r>
            <a:r>
              <a:rPr lang="es-AR" sz="1800" dirty="0">
                <a:sym typeface="+mn-ea"/>
              </a:rPr>
              <a:t> </a:t>
            </a:r>
            <a:r>
              <a:rPr lang="en-GB" sz="1800" dirty="0">
                <a:solidFill>
                  <a:schemeClr val="accent6"/>
                </a:solidFill>
              </a:rPr>
              <a:t>{</a:t>
            </a:r>
            <a:r>
              <a:rPr lang="en-GB" sz="1800" dirty="0"/>
              <a:t> </a:t>
            </a:r>
          </a:p>
        </p:txBody>
      </p:sp>
      <p:sp>
        <p:nvSpPr>
          <p:cNvPr id="512" name="Google Shape;512;p5"/>
          <p:cNvSpPr txBox="1"/>
          <p:nvPr/>
        </p:nvSpPr>
        <p:spPr>
          <a:xfrm>
            <a:off x="1203960" y="1059815"/>
            <a:ext cx="7889240" cy="122618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sz="1200"/>
              <a:t>&lt;JSON (JavaScript Object Notation) es un formato de intercambio de datos ligero y de fácil lectura que se utiliza para transmitir datos estructurados entre diferentes aplicaciones. Es muy común en aplicaciones web para intercambiar datos entre un servidor y un cliente. JSON es similar a un objeto JavaScript y consta de pares clave-valor, donde la clave es una cadena y el valor puede ser cualquier tipo de datos, como una cadena, un número, un objeto o una matriz.&gt;</a:t>
            </a:r>
          </a:p>
        </p:txBody>
      </p:sp>
      <p:pic>
        <p:nvPicPr>
          <p:cNvPr id="5" name="Picture 4"/>
          <p:cNvPicPr>
            <a:picLocks noChangeAspect="1"/>
          </p:cNvPicPr>
          <p:nvPr/>
        </p:nvPicPr>
        <p:blipFill>
          <a:blip r:embed="rId3"/>
          <a:stretch>
            <a:fillRect/>
          </a:stretch>
        </p:blipFill>
        <p:spPr>
          <a:xfrm>
            <a:off x="3724275" y="2211705"/>
            <a:ext cx="2848610" cy="2205355"/>
          </a:xfrm>
          <a:prstGeom prst="rect">
            <a:avLst/>
          </a:prstGeom>
        </p:spPr>
      </p:pic>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3"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7"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8"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934720" y="1336675"/>
            <a:ext cx="506095" cy="3224541"/>
            <a:chOff x="1080380" y="3260196"/>
            <a:chExt cx="506100" cy="118032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1800" dirty="0">
                <a:sym typeface="+mn-ea"/>
              </a:rPr>
              <a:t>¿</a:t>
            </a:r>
            <a:r>
              <a:rPr sz="1800" dirty="0" err="1">
                <a:sym typeface="+mn-ea"/>
              </a:rPr>
              <a:t>Cómo</a:t>
            </a:r>
            <a:r>
              <a:rPr sz="1800" dirty="0">
                <a:sym typeface="+mn-ea"/>
              </a:rPr>
              <a:t> se </a:t>
            </a:r>
            <a:r>
              <a:rPr sz="1800" dirty="0" err="1">
                <a:sym typeface="+mn-ea"/>
              </a:rPr>
              <a:t>consumen</a:t>
            </a:r>
            <a:r>
              <a:rPr sz="1800" dirty="0">
                <a:sym typeface="+mn-ea"/>
              </a:rPr>
              <a:t> </a:t>
            </a:r>
            <a:r>
              <a:rPr sz="1800" dirty="0" err="1">
                <a:sym typeface="+mn-ea"/>
              </a:rPr>
              <a:t>las</a:t>
            </a:r>
            <a:r>
              <a:rPr sz="1800" dirty="0">
                <a:sym typeface="+mn-ea"/>
              </a:rPr>
              <a:t> API's? </a:t>
            </a:r>
            <a:r>
              <a:rPr lang="es-AR" sz="1800" dirty="0">
                <a:sym typeface="+mn-ea"/>
              </a:rPr>
              <a:t> </a:t>
            </a:r>
            <a:r>
              <a:rPr lang="en-GB" sz="1800" dirty="0">
                <a:solidFill>
                  <a:schemeClr val="accent6"/>
                </a:solidFill>
              </a:rPr>
              <a:t>{</a:t>
            </a:r>
            <a:r>
              <a:rPr lang="en-GB" sz="1800" dirty="0"/>
              <a:t> </a:t>
            </a:r>
          </a:p>
        </p:txBody>
      </p:sp>
      <p:sp>
        <p:nvSpPr>
          <p:cNvPr id="512" name="Google Shape;512;p5"/>
          <p:cNvSpPr txBox="1"/>
          <p:nvPr/>
        </p:nvSpPr>
        <p:spPr>
          <a:xfrm>
            <a:off x="1224280" y="1158240"/>
            <a:ext cx="7889240" cy="15119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1400"/>
              <a:buNone/>
            </a:pPr>
            <a:r>
              <a:rPr lang="en-GB" sz="1200"/>
              <a:t>&lt;</a:t>
            </a:r>
            <a:r>
              <a:rPr lang="es-AR" altLang="en-GB" sz="1200"/>
              <a:t>Para consumir una API en JavaScript se utiliza el método </a:t>
            </a:r>
            <a:r>
              <a:rPr lang="es-AR" altLang="en-GB" sz="1200">
                <a:solidFill>
                  <a:srgbClr val="00B050"/>
                </a:solidFill>
              </a:rPr>
              <a:t>fetch()</a:t>
            </a:r>
            <a:r>
              <a:rPr lang="es-AR" altLang="en-GB" sz="1200"/>
              <a:t> que permite realizar peticiones HTTP asíncronas y obtener los datos en formato JSON.</a:t>
            </a:r>
          </a:p>
          <a:p>
            <a:pPr marL="0" lvl="0" indent="0" algn="ctr" rtl="0">
              <a:lnSpc>
                <a:spcPct val="100000"/>
              </a:lnSpc>
              <a:spcBef>
                <a:spcPts val="0"/>
              </a:spcBef>
              <a:spcAft>
                <a:spcPts val="0"/>
              </a:spcAft>
              <a:buSzPts val="1400"/>
              <a:buNone/>
            </a:pPr>
            <a:endParaRPr lang="es-AR" altLang="en-GB" sz="1200"/>
          </a:p>
          <a:p>
            <a:pPr marL="0" lvl="0" indent="0" algn="ctr" rtl="0">
              <a:lnSpc>
                <a:spcPct val="100000"/>
              </a:lnSpc>
              <a:spcBef>
                <a:spcPts val="0"/>
              </a:spcBef>
              <a:spcAft>
                <a:spcPts val="0"/>
              </a:spcAft>
              <a:buSzPts val="1400"/>
              <a:buNone/>
            </a:pPr>
            <a:r>
              <a:rPr lang="es-AR" altLang="en-GB" sz="1200"/>
              <a:t>El método </a:t>
            </a:r>
            <a:r>
              <a:rPr lang="es-AR" altLang="en-GB" sz="1200">
                <a:solidFill>
                  <a:srgbClr val="00B050"/>
                </a:solidFill>
              </a:rPr>
              <a:t>fetch()</a:t>
            </a:r>
            <a:r>
              <a:rPr lang="es-AR" altLang="en-GB" sz="1200"/>
              <a:t> recibe como parámetro la </a:t>
            </a:r>
            <a:r>
              <a:rPr lang="es-AR" altLang="en-GB" sz="1200">
                <a:solidFill>
                  <a:srgbClr val="00B050"/>
                </a:solidFill>
              </a:rPr>
              <a:t>URL de la API</a:t>
            </a:r>
            <a:r>
              <a:rPr lang="es-AR" altLang="en-GB" sz="1200"/>
              <a:t> y devuelve una </a:t>
            </a:r>
            <a:r>
              <a:rPr lang="es-AR" altLang="en-GB" sz="1200">
                <a:solidFill>
                  <a:srgbClr val="00B050"/>
                </a:solidFill>
              </a:rPr>
              <a:t>promesa </a:t>
            </a:r>
            <a:r>
              <a:rPr lang="es-AR" altLang="en-GB" sz="1200"/>
              <a:t>que resuelve en una </a:t>
            </a:r>
            <a:r>
              <a:rPr lang="es-AR" altLang="en-GB" sz="1200">
                <a:solidFill>
                  <a:srgbClr val="00B050"/>
                </a:solidFill>
              </a:rPr>
              <a:t>respuesta </a:t>
            </a:r>
            <a:r>
              <a:rPr lang="es-AR" altLang="en-GB" sz="1200"/>
              <a:t>(objeto Response) que contiene los datos de la API. La respuesta se debe procesar con los métodos de la clase Response, como por ejemplo json(), que devuelve una promesa que resuelve en los datos en formato </a:t>
            </a:r>
            <a:r>
              <a:rPr lang="es-AR" altLang="en-GB" sz="1200">
                <a:solidFill>
                  <a:srgbClr val="00B050"/>
                </a:solidFill>
              </a:rPr>
              <a:t>JSON</a:t>
            </a:r>
            <a:r>
              <a:rPr lang="es-AR" altLang="en-GB" sz="1200"/>
              <a:t>.</a:t>
            </a:r>
            <a:r>
              <a:rPr lang="es-MX" altLang="en-GB" sz="1200"/>
              <a:t> </a:t>
            </a:r>
            <a:r>
              <a:rPr lang="en-GB" sz="1200"/>
              <a:t>&gt;</a:t>
            </a:r>
          </a:p>
        </p:txBody>
      </p:sp>
      <p:pic>
        <p:nvPicPr>
          <p:cNvPr id="5" name="Picture 4"/>
          <p:cNvPicPr>
            <a:picLocks noChangeAspect="1"/>
          </p:cNvPicPr>
          <p:nvPr/>
        </p:nvPicPr>
        <p:blipFill>
          <a:blip r:embed="rId3"/>
          <a:stretch>
            <a:fillRect/>
          </a:stretch>
        </p:blipFill>
        <p:spPr>
          <a:xfrm>
            <a:off x="2844165" y="2788285"/>
            <a:ext cx="4719955" cy="1125855"/>
          </a:xfrm>
          <a:prstGeom prst="rect">
            <a:avLst/>
          </a:prstGeom>
        </p:spPr>
      </p:pic>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a:t>
            </a:r>
            <a:r>
              <a:rPr lang="es-AR" altLang="en-GB" sz="1400" dirty="0" smtClean="0">
                <a:solidFill>
                  <a:schemeClr val="accent3"/>
                </a:solidFill>
              </a:rPr>
              <a:t>3 </a:t>
            </a:r>
            <a:r>
              <a:rPr lang="es-AR" altLang="en-GB" sz="1400" dirty="0">
                <a:solidFill>
                  <a:schemeClr val="accent3"/>
                </a:solidFill>
              </a:rPr>
              <a:t>- </a:t>
            </a:r>
            <a:r>
              <a:rPr lang="es-AR" altLang="en-GB" sz="1400" b="1" dirty="0">
                <a:solidFill>
                  <a:schemeClr val="accent6"/>
                </a:solidFill>
                <a:sym typeface="+mn-ea"/>
              </a:rPr>
              <a:t>Desarrollo Web con </a:t>
            </a:r>
            <a:r>
              <a:rPr lang="es-AR" altLang="en-GB" sz="1400" b="1" dirty="0" err="1">
                <a:solidFill>
                  <a:schemeClr val="accent6"/>
                </a:solidFill>
                <a:sym typeface="+mn-ea"/>
              </a:rPr>
              <a:t>Javascript</a:t>
            </a:r>
            <a:endParaRPr lang="es-AR" altLang="en-GB" sz="1400" b="1" dirty="0">
              <a:solidFill>
                <a:schemeClr val="accent6"/>
              </a:solidFill>
              <a:sym typeface="+mn-ea"/>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Asincronía</a:t>
            </a:r>
            <a:r>
              <a:rPr lang="es-ES" altLang="es-AR" sz="1400">
                <a:sym typeface="+mn-ea"/>
              </a:rPr>
              <a:t>, Manipulación del DOM y API</a:t>
            </a:r>
            <a:r>
              <a:rPr lang="es-MX" sz="1400">
                <a:solidFill>
                  <a:schemeClr val="accent3"/>
                </a:solidFill>
              </a:rPr>
              <a:t> </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5122" name="Picture 2" descr="javascript-fetch-lab - Codesand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115" y="229535"/>
            <a:ext cx="7884417" cy="4739465"/>
          </a:xfrm>
          <a:prstGeom prst="rect">
            <a:avLst/>
          </a:prstGeom>
          <a:solidFill>
            <a:schemeClr val="accent6"/>
          </a:solidFill>
        </p:spPr>
      </p:pic>
    </p:spTree>
    <p:extLst>
      <p:ext uri="{BB962C8B-B14F-4D97-AF65-F5344CB8AC3E}">
        <p14:creationId xmlns:p14="http://schemas.microsoft.com/office/powerpoint/2010/main" val="2596688055"/>
      </p:ext>
    </p:extLst>
  </p:cSld>
  <p:clrMapOvr>
    <a:masterClrMapping/>
  </p:clrMapOvr>
</p:sld>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2336</Words>
  <Application>Microsoft Office PowerPoint</Application>
  <PresentationFormat>Presentación en pantalla (16:9)</PresentationFormat>
  <Paragraphs>166</Paragraphs>
  <Slides>22</Slides>
  <Notes>22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Fira Code</vt:lpstr>
      <vt:lpstr>Montserrat</vt:lpstr>
      <vt:lpstr>Programming Language Workshop for Beginners by Slidesgo</vt:lpstr>
      <vt:lpstr>‘Unidad 3:’  { Desarrollo Web con Javascript</vt:lpstr>
      <vt:lpstr>CONTENIDOS DE LA CLASE {</vt:lpstr>
      <vt:lpstr> {</vt:lpstr>
      <vt:lpstr>¿Qué son los Callbacks?  { </vt:lpstr>
      <vt:lpstr>¿Qué son las Promesas?  { </vt:lpstr>
      <vt:lpstr>¿Por qué existen las Promesas en JavaScript y qué vienen a solucionar? { </vt:lpstr>
      <vt:lpstr> ¿Qué es sincrónico y asincrónico?  { </vt:lpstr>
      <vt:lpstr>Presentación de PowerPoint</vt:lpstr>
      <vt:lpstr>¿Cómo se realizan las tareas asíncronas?  { </vt:lpstr>
      <vt:lpstr>Presentación de PowerPoint</vt:lpstr>
      <vt:lpstr>¿Qué es Async/Await?  { </vt:lpstr>
      <vt:lpstr>Ventajas y desventajas de async/await  { </vt:lpstr>
      <vt:lpstr>Ventajas y desventajas de async/await  { </vt:lpstr>
      <vt:lpstr>¿Qué es la Manipulación del DOM?  { </vt:lpstr>
      <vt:lpstr>Termino “dinamismo” { </vt:lpstr>
      <vt:lpstr>¿Qué es una API?  { </vt:lpstr>
      <vt:lpstr>¿Qué es una API del navegador en JavaScript?  { </vt:lpstr>
      <vt:lpstr>¿Para qué se utilizan las API's?  { </vt:lpstr>
      <vt:lpstr>Presentación de PowerPoint</vt:lpstr>
      <vt:lpstr>¿Qué es un formato JSON?  { </vt:lpstr>
      <vt:lpstr>¿Cómo se consumen las API's?  { </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de un documento ‘HTML’ {</dc:title>
  <dc:creator/>
  <cp:lastModifiedBy>Cuenta Microsoft</cp:lastModifiedBy>
  <cp:revision>33</cp:revision>
  <dcterms:created xsi:type="dcterms:W3CDTF">2023-03-30T02:23:00Z</dcterms:created>
  <dcterms:modified xsi:type="dcterms:W3CDTF">2025-05-15T16:24:20Z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D6BC41B201EB41A5BBCC4D2BFD1E1BF2</vt:lpwstr>
  </property>
  <property fmtid="{D5CDD505-2E9C-101B-9397-08002B2CF9AE}" pid="3" name="KSOProductBuildVer">
    <vt:lpwstr>3082-12.2.0.20796</vt:lpwstr>
  </property>
</Properties>
</file>