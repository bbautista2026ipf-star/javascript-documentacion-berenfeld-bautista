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984" r:id="rId2"/>
    <p:sldId id="1144" r:id="rId3"/>
    <p:sldId id="1145" r:id="rId4"/>
    <p:sldId id="379" r:id="rId5"/>
    <p:sldId id="256" r:id="rId6"/>
    <p:sldId id="1177" r:id="rId7"/>
    <p:sldId id="1175" r:id="rId8"/>
    <p:sldId id="1178" r:id="rId9"/>
    <p:sldId id="1179" r:id="rId10"/>
    <p:sldId id="1180" r:id="rId11"/>
    <p:sldId id="1181" r:id="rId12"/>
    <p:sldId id="1182" r:id="rId13"/>
  </p:sldIdLst>
  <p:sldSz cx="9144000" cy="5143500" type="screen16x9"/>
  <p:notesSz cx="6858000" cy="9144000"/>
  <p:embeddedFontLst>
    <p:embeddedFont>
      <p:font typeface="Fira Code" panose="020B0809050000020004" pitchFamily="49"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B4B"/>
    <a:srgbClr val="D29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33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3278886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1" name="Google Shape;8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682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86586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21175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298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399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49871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06597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01738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72929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09152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22484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5556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46"/>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Google Shape;10;p46"/>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46"/>
          <p:cNvSpPr txBox="1">
            <a:spLocks noGrp="1"/>
          </p:cNvSpPr>
          <p:nvPr>
            <p:ph type="ctrTitle"/>
          </p:nvPr>
        </p:nvSpPr>
        <p:spPr>
          <a:xfrm>
            <a:off x="1413525" y="1144250"/>
            <a:ext cx="5788800" cy="51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200"/>
              <a:buNone/>
              <a:defRPr sz="3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46"/>
          <p:cNvSpPr txBox="1">
            <a:spLocks noGrp="1"/>
          </p:cNvSpPr>
          <p:nvPr>
            <p:ph type="subTitle" idx="1"/>
          </p:nvPr>
        </p:nvSpPr>
        <p:spPr>
          <a:xfrm>
            <a:off x="2231025" y="2765300"/>
            <a:ext cx="6202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46"/>
          <p:cNvSpPr txBox="1">
            <a:spLocks noGrp="1"/>
          </p:cNvSpPr>
          <p:nvPr>
            <p:ph type="subTitle" idx="2"/>
          </p:nvPr>
        </p:nvSpPr>
        <p:spPr>
          <a:xfrm>
            <a:off x="1788725" y="1761800"/>
            <a:ext cx="5788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3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4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 name="Google Shape;15;p4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 name="Google Shape;16;p4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 name="Google Shape;17;p4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 name="Google Shape;18;p4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 name="Google Shape;19;p4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 name="Google Shape;20;p4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 name="Google Shape;21;p4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2" name="Google Shape;22;p4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 name="Google Shape;23;p4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 name="Google Shape;24;p4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 name="Google Shape;25;p4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 name="Google Shape;26;p4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 name="Google Shape;27;p4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p47"/>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 name="Google Shape;30;p47"/>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31;p47"/>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47"/>
          <p:cNvSpPr txBox="1">
            <a:spLocks noGrp="1"/>
          </p:cNvSpPr>
          <p:nvPr>
            <p:ph type="body" idx="1"/>
          </p:nvPr>
        </p:nvSpPr>
        <p:spPr>
          <a:xfrm>
            <a:off x="1464250" y="1063175"/>
            <a:ext cx="6969600" cy="34164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000"/>
            </a:lvl1pPr>
            <a:lvl2pPr marL="914400" lvl="1" indent="-317500" algn="l">
              <a:lnSpc>
                <a:spcPct val="100000"/>
              </a:lnSpc>
              <a:spcBef>
                <a:spcPts val="0"/>
              </a:spcBef>
              <a:spcAft>
                <a:spcPts val="0"/>
              </a:spcAft>
              <a:buSzPts val="1400"/>
              <a:buChar char="○"/>
              <a:defRPr/>
            </a:lvl2pPr>
            <a:lvl3pPr marL="1371600" lvl="2" indent="-317500" algn="l">
              <a:lnSpc>
                <a:spcPct val="100000"/>
              </a:lnSpc>
              <a:spcBef>
                <a:spcPts val="0"/>
              </a:spcBef>
              <a:spcAft>
                <a:spcPts val="0"/>
              </a:spcAft>
              <a:buSzPts val="1400"/>
              <a:buChar char="■"/>
              <a:defRPr/>
            </a:lvl3pPr>
            <a:lvl4pPr marL="1828800" lvl="3" indent="-317500" algn="l">
              <a:lnSpc>
                <a:spcPct val="100000"/>
              </a:lnSpc>
              <a:spcBef>
                <a:spcPts val="0"/>
              </a:spcBef>
              <a:spcAft>
                <a:spcPts val="0"/>
              </a:spcAft>
              <a:buSzPts val="1400"/>
              <a:buChar char="●"/>
              <a:defRPr/>
            </a:lvl4pPr>
            <a:lvl5pPr marL="2286000" lvl="4" indent="-317500" algn="l">
              <a:lnSpc>
                <a:spcPct val="100000"/>
              </a:lnSpc>
              <a:spcBef>
                <a:spcPts val="0"/>
              </a:spcBef>
              <a:spcAft>
                <a:spcPts val="0"/>
              </a:spcAft>
              <a:buSzPts val="1400"/>
              <a:buChar char="○"/>
              <a:defRPr/>
            </a:lvl5pPr>
            <a:lvl6pPr marL="2743200" lvl="5" indent="-317500" algn="l">
              <a:lnSpc>
                <a:spcPct val="100000"/>
              </a:lnSpc>
              <a:spcBef>
                <a:spcPts val="0"/>
              </a:spcBef>
              <a:spcAft>
                <a:spcPts val="0"/>
              </a:spcAft>
              <a:buSzPts val="1400"/>
              <a:buChar char="■"/>
              <a:defRPr/>
            </a:lvl6pPr>
            <a:lvl7pPr marL="3200400" lvl="6" indent="-317500" algn="l">
              <a:lnSpc>
                <a:spcPct val="100000"/>
              </a:lnSpc>
              <a:spcBef>
                <a:spcPts val="0"/>
              </a:spcBef>
              <a:spcAft>
                <a:spcPts val="0"/>
              </a:spcAft>
              <a:buSzPts val="1400"/>
              <a:buChar char="●"/>
              <a:defRPr/>
            </a:lvl7pPr>
            <a:lvl8pPr marL="3657600" lvl="7" indent="-317500" algn="l">
              <a:lnSpc>
                <a:spcPct val="100000"/>
              </a:lnSpc>
              <a:spcBef>
                <a:spcPts val="0"/>
              </a:spcBef>
              <a:spcAft>
                <a:spcPts val="0"/>
              </a:spcAft>
              <a:buSzPts val="1400"/>
              <a:buChar char="○"/>
              <a:defRPr/>
            </a:lvl8pPr>
            <a:lvl9pPr marL="4114800" lvl="8" indent="-317500" algn="l">
              <a:lnSpc>
                <a:spcPct val="100000"/>
              </a:lnSpc>
              <a:spcBef>
                <a:spcPts val="0"/>
              </a:spcBef>
              <a:spcAft>
                <a:spcPts val="0"/>
              </a:spcAft>
              <a:buSzPts val="1400"/>
              <a:buChar char="■"/>
              <a:defRPr/>
            </a:lvl9pPr>
          </a:lstStyle>
          <a:p>
            <a:endParaRPr/>
          </a:p>
        </p:txBody>
      </p:sp>
      <p:sp>
        <p:nvSpPr>
          <p:cNvPr id="33" name="Google Shape;33;p47"/>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 name="Google Shape;34;p47"/>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 name="Google Shape;35;p47"/>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 name="Google Shape;36;p47"/>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 name="Google Shape;37;p47"/>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 name="Google Shape;38;p47"/>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 name="Google Shape;39;p47"/>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 name="Google Shape;40;p47"/>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 name="Google Shape;41;p47"/>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 name="Google Shape;42;p47"/>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 name="Google Shape;43;p47"/>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 name="Google Shape;44;p47"/>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5" name="Google Shape;45;p47"/>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6" name="Google Shape;46;p47"/>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7"/>
        <p:cNvGrpSpPr/>
        <p:nvPr/>
      </p:nvGrpSpPr>
      <p:grpSpPr>
        <a:xfrm>
          <a:off x="0" y="0"/>
          <a:ext cx="0" cy="0"/>
          <a:chOff x="0" y="0"/>
          <a:chExt cx="0" cy="0"/>
        </a:xfrm>
      </p:grpSpPr>
      <p:sp>
        <p:nvSpPr>
          <p:cNvPr id="48" name="Google Shape;48;p4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49;p48"/>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0;p48"/>
          <p:cNvSpPr txBox="1">
            <a:spLocks noGrp="1"/>
          </p:cNvSpPr>
          <p:nvPr>
            <p:ph type="title"/>
          </p:nvPr>
        </p:nvSpPr>
        <p:spPr>
          <a:xfrm flipH="1">
            <a:off x="1460450" y="1436713"/>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51" name="Google Shape;51;p48"/>
          <p:cNvSpPr txBox="1">
            <a:spLocks noGrp="1"/>
          </p:cNvSpPr>
          <p:nvPr>
            <p:ph type="subTitle" idx="1"/>
          </p:nvPr>
        </p:nvSpPr>
        <p:spPr>
          <a:xfrm>
            <a:off x="2332550" y="177511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endParaRPr/>
          </a:p>
        </p:txBody>
      </p:sp>
      <p:sp>
        <p:nvSpPr>
          <p:cNvPr id="52" name="Google Shape;52;p48"/>
          <p:cNvSpPr txBox="1">
            <a:spLocks noGrp="1"/>
          </p:cNvSpPr>
          <p:nvPr>
            <p:ph type="subTitle" idx="2"/>
          </p:nvPr>
        </p:nvSpPr>
        <p:spPr>
          <a:xfrm>
            <a:off x="2332550" y="1436725"/>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accent1"/>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3" name="Google Shape;53;p48"/>
          <p:cNvSpPr txBox="1">
            <a:spLocks noGrp="1"/>
          </p:cNvSpPr>
          <p:nvPr>
            <p:ph type="title" idx="3"/>
          </p:nvPr>
        </p:nvSpPr>
        <p:spPr>
          <a:xfrm flipH="1">
            <a:off x="2850125" y="241986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54" name="Google Shape;54;p48"/>
          <p:cNvSpPr txBox="1">
            <a:spLocks noGrp="1"/>
          </p:cNvSpPr>
          <p:nvPr>
            <p:ph type="subTitle" idx="4"/>
          </p:nvPr>
        </p:nvSpPr>
        <p:spPr>
          <a:xfrm>
            <a:off x="3722225" y="275546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endParaRPr/>
          </a:p>
        </p:txBody>
      </p:sp>
      <p:sp>
        <p:nvSpPr>
          <p:cNvPr id="55" name="Google Shape;55;p48"/>
          <p:cNvSpPr txBox="1">
            <a:spLocks noGrp="1"/>
          </p:cNvSpPr>
          <p:nvPr>
            <p:ph type="subTitle" idx="5"/>
          </p:nvPr>
        </p:nvSpPr>
        <p:spPr>
          <a:xfrm>
            <a:off x="3722225" y="241985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lt2"/>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6" name="Google Shape;56;p48"/>
          <p:cNvSpPr txBox="1">
            <a:spLocks noGrp="1"/>
          </p:cNvSpPr>
          <p:nvPr>
            <p:ph type="title" idx="6"/>
          </p:nvPr>
        </p:nvSpPr>
        <p:spPr>
          <a:xfrm flipH="1">
            <a:off x="4242875" y="340021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57" name="Google Shape;57;p48"/>
          <p:cNvSpPr txBox="1">
            <a:spLocks noGrp="1"/>
          </p:cNvSpPr>
          <p:nvPr>
            <p:ph type="subTitle" idx="7"/>
          </p:nvPr>
        </p:nvSpPr>
        <p:spPr>
          <a:xfrm>
            <a:off x="5114975" y="373859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endParaRPr/>
          </a:p>
        </p:txBody>
      </p:sp>
      <p:sp>
        <p:nvSpPr>
          <p:cNvPr id="58" name="Google Shape;58;p48"/>
          <p:cNvSpPr txBox="1">
            <a:spLocks noGrp="1"/>
          </p:cNvSpPr>
          <p:nvPr>
            <p:ph type="subTitle" idx="8"/>
          </p:nvPr>
        </p:nvSpPr>
        <p:spPr>
          <a:xfrm>
            <a:off x="5114975" y="340020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9" name="Google Shape;59;p4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0" name="Google Shape;60;p4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1" name="Google Shape;61;p4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2" name="Google Shape;62;p4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3" name="Google Shape;63;p4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4" name="Google Shape;64;p4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5" name="Google Shape;65;p4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6" name="Google Shape;66;p4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7" name="Google Shape;67;p4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8" name="Google Shape;68;p4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9" name="Google Shape;69;p4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0" name="Google Shape;70;p4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1" name="Google Shape;71;p4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2" name="Google Shape;72;p4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3" name="Google Shape;73;p48"/>
          <p:cNvSpPr txBox="1">
            <a:spLocks noGrp="1"/>
          </p:cNvSpPr>
          <p:nvPr>
            <p:ph type="title" idx="9"/>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4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 name="Google Shape;76;p49"/>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49"/>
          <p:cNvSpPr txBox="1">
            <a:spLocks noGrp="1"/>
          </p:cNvSpPr>
          <p:nvPr>
            <p:ph type="title"/>
          </p:nvPr>
        </p:nvSpPr>
        <p:spPr>
          <a:xfrm flipH="1">
            <a:off x="2054663" y="586975"/>
            <a:ext cx="1842300" cy="1104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sz="10000"/>
            </a:lvl1pPr>
            <a:lvl2pPr lvl="1" algn="r">
              <a:lnSpc>
                <a:spcPct val="100000"/>
              </a:lnSpc>
              <a:spcBef>
                <a:spcPts val="0"/>
              </a:spcBef>
              <a:spcAft>
                <a:spcPts val="0"/>
              </a:spcAft>
              <a:buClr>
                <a:schemeClr val="dk1"/>
              </a:buClr>
              <a:buSzPts val="2500"/>
              <a:buNone/>
              <a:defRPr sz="2500">
                <a:solidFill>
                  <a:schemeClr val="dk1"/>
                </a:solidFill>
              </a:defRPr>
            </a:lvl2pPr>
            <a:lvl3pPr lvl="2" algn="r">
              <a:lnSpc>
                <a:spcPct val="100000"/>
              </a:lnSpc>
              <a:spcBef>
                <a:spcPts val="0"/>
              </a:spcBef>
              <a:spcAft>
                <a:spcPts val="0"/>
              </a:spcAft>
              <a:buClr>
                <a:schemeClr val="dk1"/>
              </a:buClr>
              <a:buSzPts val="2500"/>
              <a:buNone/>
              <a:defRPr sz="2500">
                <a:solidFill>
                  <a:schemeClr val="dk1"/>
                </a:solidFill>
              </a:defRPr>
            </a:lvl3pPr>
            <a:lvl4pPr lvl="3" algn="r">
              <a:lnSpc>
                <a:spcPct val="100000"/>
              </a:lnSpc>
              <a:spcBef>
                <a:spcPts val="0"/>
              </a:spcBef>
              <a:spcAft>
                <a:spcPts val="0"/>
              </a:spcAft>
              <a:buClr>
                <a:schemeClr val="dk1"/>
              </a:buClr>
              <a:buSzPts val="2500"/>
              <a:buNone/>
              <a:defRPr sz="2500">
                <a:solidFill>
                  <a:schemeClr val="dk1"/>
                </a:solidFill>
              </a:defRPr>
            </a:lvl4pPr>
            <a:lvl5pPr lvl="4" algn="r">
              <a:lnSpc>
                <a:spcPct val="100000"/>
              </a:lnSpc>
              <a:spcBef>
                <a:spcPts val="0"/>
              </a:spcBef>
              <a:spcAft>
                <a:spcPts val="0"/>
              </a:spcAft>
              <a:buClr>
                <a:schemeClr val="dk1"/>
              </a:buClr>
              <a:buSzPts val="2500"/>
              <a:buNone/>
              <a:defRPr sz="2500">
                <a:solidFill>
                  <a:schemeClr val="dk1"/>
                </a:solidFill>
              </a:defRPr>
            </a:lvl5pPr>
            <a:lvl6pPr lvl="5" algn="r">
              <a:lnSpc>
                <a:spcPct val="100000"/>
              </a:lnSpc>
              <a:spcBef>
                <a:spcPts val="0"/>
              </a:spcBef>
              <a:spcAft>
                <a:spcPts val="0"/>
              </a:spcAft>
              <a:buClr>
                <a:schemeClr val="dk1"/>
              </a:buClr>
              <a:buSzPts val="2500"/>
              <a:buNone/>
              <a:defRPr sz="2500">
                <a:solidFill>
                  <a:schemeClr val="dk1"/>
                </a:solidFill>
              </a:defRPr>
            </a:lvl6pPr>
            <a:lvl7pPr lvl="6" algn="r">
              <a:lnSpc>
                <a:spcPct val="100000"/>
              </a:lnSpc>
              <a:spcBef>
                <a:spcPts val="0"/>
              </a:spcBef>
              <a:spcAft>
                <a:spcPts val="0"/>
              </a:spcAft>
              <a:buClr>
                <a:schemeClr val="dk1"/>
              </a:buClr>
              <a:buSzPts val="2500"/>
              <a:buNone/>
              <a:defRPr sz="2500">
                <a:solidFill>
                  <a:schemeClr val="dk1"/>
                </a:solidFill>
              </a:defRPr>
            </a:lvl7pPr>
            <a:lvl8pPr lvl="7" algn="r">
              <a:lnSpc>
                <a:spcPct val="100000"/>
              </a:lnSpc>
              <a:spcBef>
                <a:spcPts val="0"/>
              </a:spcBef>
              <a:spcAft>
                <a:spcPts val="0"/>
              </a:spcAft>
              <a:buClr>
                <a:schemeClr val="dk1"/>
              </a:buClr>
              <a:buSzPts val="2500"/>
              <a:buNone/>
              <a:defRPr sz="2500">
                <a:solidFill>
                  <a:schemeClr val="dk1"/>
                </a:solidFill>
              </a:defRPr>
            </a:lvl8pPr>
            <a:lvl9pPr lvl="8" algn="r">
              <a:lnSpc>
                <a:spcPct val="100000"/>
              </a:lnSpc>
              <a:spcBef>
                <a:spcPts val="0"/>
              </a:spcBef>
              <a:spcAft>
                <a:spcPts val="0"/>
              </a:spcAft>
              <a:buClr>
                <a:schemeClr val="dk1"/>
              </a:buClr>
              <a:buSzPts val="2500"/>
              <a:buNone/>
              <a:defRPr sz="2500">
                <a:solidFill>
                  <a:schemeClr val="dk1"/>
                </a:solidFill>
              </a:defRPr>
            </a:lvl9pPr>
          </a:lstStyle>
          <a:p>
            <a:endParaRPr/>
          </a:p>
        </p:txBody>
      </p:sp>
      <p:sp>
        <p:nvSpPr>
          <p:cNvPr id="78" name="Google Shape;78;p49"/>
          <p:cNvSpPr txBox="1">
            <a:spLocks noGrp="1"/>
          </p:cNvSpPr>
          <p:nvPr>
            <p:ph type="title" idx="2"/>
          </p:nvPr>
        </p:nvSpPr>
        <p:spPr>
          <a:xfrm>
            <a:off x="2605788" y="1846623"/>
            <a:ext cx="5377200" cy="535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9" name="Google Shape;79;p49"/>
          <p:cNvSpPr txBox="1">
            <a:spLocks noGrp="1"/>
          </p:cNvSpPr>
          <p:nvPr>
            <p:ph type="subTitle" idx="1"/>
          </p:nvPr>
        </p:nvSpPr>
        <p:spPr>
          <a:xfrm>
            <a:off x="3038363" y="2448125"/>
            <a:ext cx="3960900" cy="783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800">
                <a:solidFill>
                  <a:schemeClr val="accent3"/>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80" name="Google Shape;80;p4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1" name="Google Shape;81;p4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2" name="Google Shape;82;p4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3" name="Google Shape;83;p4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4" name="Google Shape;84;p4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5" name="Google Shape;85;p4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6" name="Google Shape;86;p4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7" name="Google Shape;87;p4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8" name="Google Shape;88;p4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9" name="Google Shape;89;p4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0" name="Google Shape;90;p4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1" name="Google Shape;91;p4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2" name="Google Shape;92;p4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3" name="Google Shape;93;p4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4"/>
        <p:cNvGrpSpPr/>
        <p:nvPr/>
      </p:nvGrpSpPr>
      <p:grpSpPr>
        <a:xfrm>
          <a:off x="0" y="0"/>
          <a:ext cx="0" cy="0"/>
          <a:chOff x="0" y="0"/>
          <a:chExt cx="0" cy="0"/>
        </a:xfrm>
      </p:grpSpPr>
      <p:sp>
        <p:nvSpPr>
          <p:cNvPr id="95" name="Google Shape;95;p5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 name="Google Shape;96;p50"/>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50"/>
          <p:cNvSpPr txBox="1">
            <a:spLocks noGrp="1"/>
          </p:cNvSpPr>
          <p:nvPr>
            <p:ph type="subTitle" idx="1"/>
          </p:nvPr>
        </p:nvSpPr>
        <p:spPr>
          <a:xfrm>
            <a:off x="2240150" y="3143327"/>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98" name="Google Shape;98;p50"/>
          <p:cNvSpPr txBox="1">
            <a:spLocks noGrp="1"/>
          </p:cNvSpPr>
          <p:nvPr>
            <p:ph type="subTitle" idx="2"/>
          </p:nvPr>
        </p:nvSpPr>
        <p:spPr>
          <a:xfrm>
            <a:off x="2240150" y="1151940"/>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99" name="Google Shape;99;p50"/>
          <p:cNvSpPr txBox="1">
            <a:spLocks noGrp="1"/>
          </p:cNvSpPr>
          <p:nvPr>
            <p:ph type="subTitle" idx="3"/>
          </p:nvPr>
        </p:nvSpPr>
        <p:spPr>
          <a:xfrm>
            <a:off x="1143250" y="2612625"/>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8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00" name="Google Shape;100;p5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1" name="Google Shape;101;p5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2" name="Google Shape;102;p5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3" name="Google Shape;103;p5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4" name="Google Shape;104;p5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5" name="Google Shape;105;p5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6" name="Google Shape;106;p5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7" name="Google Shape;107;p5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8" name="Google Shape;108;p5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9" name="Google Shape;109;p5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0" name="Google Shape;110;p5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1" name="Google Shape;111;p5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2" name="Google Shape;112;p5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3" name="Google Shape;113;p5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4" name="Google Shape;114;p50"/>
          <p:cNvSpPr txBox="1">
            <a:spLocks noGrp="1"/>
          </p:cNvSpPr>
          <p:nvPr>
            <p:ph type="title"/>
          </p:nvPr>
        </p:nvSpPr>
        <p:spPr>
          <a:xfrm>
            <a:off x="1143250" y="621240"/>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5"/>
        <p:cNvGrpSpPr/>
        <p:nvPr/>
      </p:nvGrpSpPr>
      <p:grpSpPr>
        <a:xfrm>
          <a:off x="0" y="0"/>
          <a:ext cx="0" cy="0"/>
          <a:chOff x="0" y="0"/>
          <a:chExt cx="0" cy="0"/>
        </a:xfrm>
      </p:grpSpPr>
      <p:sp>
        <p:nvSpPr>
          <p:cNvPr id="116" name="Google Shape;116;p5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 name="Google Shape;117;p51"/>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 name="Google Shape;118;p51"/>
          <p:cNvSpPr txBox="1">
            <a:spLocks noGrp="1"/>
          </p:cNvSpPr>
          <p:nvPr>
            <p:ph type="title"/>
          </p:nvPr>
        </p:nvSpPr>
        <p:spPr>
          <a:xfrm>
            <a:off x="1131500" y="621250"/>
            <a:ext cx="4045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9" name="Google Shape;119;p51"/>
          <p:cNvSpPr txBox="1">
            <a:spLocks noGrp="1"/>
          </p:cNvSpPr>
          <p:nvPr>
            <p:ph type="subTitle" idx="1"/>
          </p:nvPr>
        </p:nvSpPr>
        <p:spPr>
          <a:xfrm>
            <a:off x="1593350" y="1574450"/>
            <a:ext cx="5539200" cy="1404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0" name="Google Shape;120;p5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1" name="Google Shape;121;p5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2" name="Google Shape;122;p5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3" name="Google Shape;123;p5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4" name="Google Shape;124;p5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5" name="Google Shape;125;p5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6" name="Google Shape;126;p5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7" name="Google Shape;127;p5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8" name="Google Shape;128;p5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9" name="Google Shape;129;p5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0" name="Google Shape;130;p5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1" name="Google Shape;131;p5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2" name="Google Shape;132;p5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3" name="Google Shape;133;p5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4"/>
        <p:cNvGrpSpPr/>
        <p:nvPr/>
      </p:nvGrpSpPr>
      <p:grpSpPr>
        <a:xfrm>
          <a:off x="0" y="0"/>
          <a:ext cx="0" cy="0"/>
          <a:chOff x="0" y="0"/>
          <a:chExt cx="0" cy="0"/>
        </a:xfrm>
      </p:grpSpPr>
      <p:sp>
        <p:nvSpPr>
          <p:cNvPr id="135" name="Google Shape;135;p52"/>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 name="Google Shape;136;p52"/>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 name="Google Shape;137;p5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8" name="Google Shape;138;p5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9" name="Google Shape;139;p5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0" name="Google Shape;140;p5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1" name="Google Shape;141;p5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2" name="Google Shape;142;p5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3" name="Google Shape;143;p5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4" name="Google Shape;144;p5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5" name="Google Shape;145;p5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6" name="Google Shape;146;p5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7" name="Google Shape;147;p5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8" name="Google Shape;148;p5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9" name="Google Shape;149;p5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0" name="Google Shape;150;p5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1" name="Google Shape;151;p52"/>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152"/>
        <p:cNvGrpSpPr/>
        <p:nvPr/>
      </p:nvGrpSpPr>
      <p:grpSpPr>
        <a:xfrm>
          <a:off x="0" y="0"/>
          <a:ext cx="0" cy="0"/>
          <a:chOff x="0" y="0"/>
          <a:chExt cx="0" cy="0"/>
        </a:xfrm>
      </p:grpSpPr>
      <p:sp>
        <p:nvSpPr>
          <p:cNvPr id="153" name="Google Shape;153;p5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5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 name="Google Shape;155;p53"/>
          <p:cNvSpPr txBox="1">
            <a:spLocks noGrp="1"/>
          </p:cNvSpPr>
          <p:nvPr>
            <p:ph type="subTitle" idx="1"/>
          </p:nvPr>
        </p:nvSpPr>
        <p:spPr>
          <a:xfrm>
            <a:off x="3443750" y="3621269"/>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56" name="Google Shape;156;p53"/>
          <p:cNvSpPr txBox="1">
            <a:spLocks noGrp="1"/>
          </p:cNvSpPr>
          <p:nvPr>
            <p:ph type="subTitle" idx="2"/>
          </p:nvPr>
        </p:nvSpPr>
        <p:spPr>
          <a:xfrm>
            <a:off x="3051250" y="26383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57" name="Google Shape;157;p53"/>
          <p:cNvSpPr txBox="1">
            <a:spLocks noGrp="1"/>
          </p:cNvSpPr>
          <p:nvPr>
            <p:ph type="subTitle" idx="3"/>
          </p:nvPr>
        </p:nvSpPr>
        <p:spPr>
          <a:xfrm>
            <a:off x="3051250" y="23304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58" name="Google Shape;158;p53"/>
          <p:cNvSpPr txBox="1">
            <a:spLocks noGrp="1"/>
          </p:cNvSpPr>
          <p:nvPr>
            <p:ph type="subTitle" idx="4"/>
          </p:nvPr>
        </p:nvSpPr>
        <p:spPr>
          <a:xfrm>
            <a:off x="2624725" y="16554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59" name="Google Shape;159;p53"/>
          <p:cNvSpPr txBox="1">
            <a:spLocks noGrp="1"/>
          </p:cNvSpPr>
          <p:nvPr>
            <p:ph type="subTitle" idx="5"/>
          </p:nvPr>
        </p:nvSpPr>
        <p:spPr>
          <a:xfrm>
            <a:off x="2624725" y="13475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60" name="Google Shape;160;p53"/>
          <p:cNvSpPr txBox="1">
            <a:spLocks noGrp="1"/>
          </p:cNvSpPr>
          <p:nvPr>
            <p:ph type="subTitle" idx="6"/>
          </p:nvPr>
        </p:nvSpPr>
        <p:spPr>
          <a:xfrm>
            <a:off x="3443750" y="3313350"/>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61" name="Google Shape;161;p5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2" name="Google Shape;162;p5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3" name="Google Shape;163;p5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4" name="Google Shape;164;p5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5" name="Google Shape;165;p5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6" name="Google Shape;166;p5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7" name="Google Shape;167;p5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8" name="Google Shape;168;p5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9" name="Google Shape;169;p5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0" name="Google Shape;170;p5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1" name="Google Shape;171;p5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2" name="Google Shape;172;p5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3" name="Google Shape;173;p5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4" name="Google Shape;174;p5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5" name="Google Shape;175;p53"/>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6"/>
        <p:cNvGrpSpPr/>
        <p:nvPr/>
      </p:nvGrpSpPr>
      <p:grpSpPr>
        <a:xfrm>
          <a:off x="0" y="0"/>
          <a:ext cx="0" cy="0"/>
          <a:chOff x="0" y="0"/>
          <a:chExt cx="0" cy="0"/>
        </a:xfrm>
      </p:grpSpPr>
      <p:sp>
        <p:nvSpPr>
          <p:cNvPr id="177" name="Google Shape;177;p5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 name="Google Shape;178;p54"/>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54"/>
          <p:cNvSpPr txBox="1">
            <a:spLocks noGrp="1"/>
          </p:cNvSpPr>
          <p:nvPr>
            <p:ph type="subTitle" idx="1"/>
          </p:nvPr>
        </p:nvSpPr>
        <p:spPr>
          <a:xfrm>
            <a:off x="5596231" y="1767554"/>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0" name="Google Shape;180;p54"/>
          <p:cNvSpPr txBox="1">
            <a:spLocks noGrp="1"/>
          </p:cNvSpPr>
          <p:nvPr>
            <p:ph type="subTitle" idx="2"/>
          </p:nvPr>
        </p:nvSpPr>
        <p:spPr>
          <a:xfrm>
            <a:off x="2494725" y="1767558"/>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1" name="Google Shape;181;p54"/>
          <p:cNvSpPr txBox="1">
            <a:spLocks noGrp="1"/>
          </p:cNvSpPr>
          <p:nvPr>
            <p:ph type="subTitle" idx="3"/>
          </p:nvPr>
        </p:nvSpPr>
        <p:spPr>
          <a:xfrm>
            <a:off x="2494725" y="1389663"/>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2" name="Google Shape;182;p54"/>
          <p:cNvSpPr txBox="1">
            <a:spLocks noGrp="1"/>
          </p:cNvSpPr>
          <p:nvPr>
            <p:ph type="subTitle" idx="4"/>
          </p:nvPr>
        </p:nvSpPr>
        <p:spPr>
          <a:xfrm>
            <a:off x="5596225" y="1389663"/>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3" name="Google Shape;183;p54"/>
          <p:cNvSpPr txBox="1">
            <a:spLocks noGrp="1"/>
          </p:cNvSpPr>
          <p:nvPr>
            <p:ph type="subTitle" idx="5"/>
          </p:nvPr>
        </p:nvSpPr>
        <p:spPr>
          <a:xfrm>
            <a:off x="6030031" y="3371329"/>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4" name="Google Shape;184;p54"/>
          <p:cNvSpPr txBox="1">
            <a:spLocks noGrp="1"/>
          </p:cNvSpPr>
          <p:nvPr>
            <p:ph type="subTitle" idx="6"/>
          </p:nvPr>
        </p:nvSpPr>
        <p:spPr>
          <a:xfrm>
            <a:off x="2928525" y="3371333"/>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185" name="Google Shape;185;p54"/>
          <p:cNvSpPr txBox="1">
            <a:spLocks noGrp="1"/>
          </p:cNvSpPr>
          <p:nvPr>
            <p:ph type="subTitle" idx="7"/>
          </p:nvPr>
        </p:nvSpPr>
        <p:spPr>
          <a:xfrm>
            <a:off x="2928525" y="2993438"/>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6" name="Google Shape;186;p54"/>
          <p:cNvSpPr txBox="1">
            <a:spLocks noGrp="1"/>
          </p:cNvSpPr>
          <p:nvPr>
            <p:ph type="subTitle" idx="8"/>
          </p:nvPr>
        </p:nvSpPr>
        <p:spPr>
          <a:xfrm>
            <a:off x="6030025" y="2993438"/>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187" name="Google Shape;187;p5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8" name="Google Shape;188;p5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9" name="Google Shape;189;p5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0" name="Google Shape;190;p5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1" name="Google Shape;191;p5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2" name="Google Shape;192;p5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3" name="Google Shape;193;p5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4" name="Google Shape;194;p5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5" name="Google Shape;195;p5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6" name="Google Shape;196;p5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7" name="Google Shape;197;p5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8" name="Google Shape;198;p5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9" name="Google Shape;199;p5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0" name="Google Shape;200;p5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1" name="Google Shape;201;p54"/>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8">
    <p:spTree>
      <p:nvGrpSpPr>
        <p:cNvPr id="1" name="Shape 202"/>
        <p:cNvGrpSpPr/>
        <p:nvPr/>
      </p:nvGrpSpPr>
      <p:grpSpPr>
        <a:xfrm>
          <a:off x="0" y="0"/>
          <a:ext cx="0" cy="0"/>
          <a:chOff x="0" y="0"/>
          <a:chExt cx="0" cy="0"/>
        </a:xfrm>
      </p:grpSpPr>
      <p:sp>
        <p:nvSpPr>
          <p:cNvPr id="203" name="Google Shape;203;p5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5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55"/>
          <p:cNvSpPr txBox="1">
            <a:spLocks noGrp="1"/>
          </p:cNvSpPr>
          <p:nvPr>
            <p:ph type="body" idx="1"/>
          </p:nvPr>
        </p:nvSpPr>
        <p:spPr>
          <a:xfrm>
            <a:off x="3306200" y="2227588"/>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a:endParaRPr/>
          </a:p>
        </p:txBody>
      </p:sp>
      <p:sp>
        <p:nvSpPr>
          <p:cNvPr id="206" name="Google Shape;206;p5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7" name="Google Shape;207;p5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8" name="Google Shape;208;p5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9" name="Google Shape;209;p5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0" name="Google Shape;210;p5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1" name="Google Shape;211;p5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2" name="Google Shape;212;p5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3" name="Google Shape;213;p5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4" name="Google Shape;214;p5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5" name="Google Shape;215;p5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6" name="Google Shape;216;p5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7" name="Google Shape;217;p5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8" name="Google Shape;218;p5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9" name="Google Shape;219;p5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20" name="Google Shape;220;p55"/>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1" name="Google Shape;221;p55"/>
          <p:cNvSpPr txBox="1">
            <a:spLocks noGrp="1"/>
          </p:cNvSpPr>
          <p:nvPr>
            <p:ph type="title" idx="2"/>
          </p:nvPr>
        </p:nvSpPr>
        <p:spPr>
          <a:xfrm flipH="1">
            <a:off x="2091200" y="2372263"/>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222" name="Google Shape;222;p55"/>
          <p:cNvSpPr txBox="1">
            <a:spLocks noGrp="1"/>
          </p:cNvSpPr>
          <p:nvPr>
            <p:ph type="body" idx="3"/>
          </p:nvPr>
        </p:nvSpPr>
        <p:spPr>
          <a:xfrm>
            <a:off x="3739600" y="3164425"/>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a:endParaRPr/>
          </a:p>
        </p:txBody>
      </p:sp>
      <p:sp>
        <p:nvSpPr>
          <p:cNvPr id="223" name="Google Shape;223;p55"/>
          <p:cNvSpPr txBox="1">
            <a:spLocks noGrp="1"/>
          </p:cNvSpPr>
          <p:nvPr>
            <p:ph type="title" idx="4"/>
          </p:nvPr>
        </p:nvSpPr>
        <p:spPr>
          <a:xfrm flipH="1">
            <a:off x="2524600" y="3309175"/>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
        <p:nvSpPr>
          <p:cNvPr id="224" name="Google Shape;224;p55"/>
          <p:cNvSpPr txBox="1">
            <a:spLocks noGrp="1"/>
          </p:cNvSpPr>
          <p:nvPr>
            <p:ph type="subTitle" idx="5"/>
          </p:nvPr>
        </p:nvSpPr>
        <p:spPr>
          <a:xfrm>
            <a:off x="1672200" y="1245150"/>
            <a:ext cx="5922000" cy="541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7">
    <p:spTree>
      <p:nvGrpSpPr>
        <p:cNvPr id="1" name="Shape 225"/>
        <p:cNvGrpSpPr/>
        <p:nvPr/>
      </p:nvGrpSpPr>
      <p:grpSpPr>
        <a:xfrm>
          <a:off x="0" y="0"/>
          <a:ext cx="0" cy="0"/>
          <a:chOff x="0" y="0"/>
          <a:chExt cx="0" cy="0"/>
        </a:xfrm>
      </p:grpSpPr>
      <p:sp>
        <p:nvSpPr>
          <p:cNvPr id="226" name="Google Shape;226;p56"/>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7" name="Google Shape;227;p56"/>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8" name="Google Shape;228;p56"/>
          <p:cNvSpPr txBox="1">
            <a:spLocks noGrp="1"/>
          </p:cNvSpPr>
          <p:nvPr>
            <p:ph type="title"/>
          </p:nvPr>
        </p:nvSpPr>
        <p:spPr>
          <a:xfrm>
            <a:off x="1134200" y="686250"/>
            <a:ext cx="5341200" cy="63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000">
                <a:solidFill>
                  <a:schemeClr val="dk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29" name="Google Shape;229;p56"/>
          <p:cNvSpPr txBox="1">
            <a:spLocks noGrp="1"/>
          </p:cNvSpPr>
          <p:nvPr>
            <p:ph type="subTitle" idx="1"/>
          </p:nvPr>
        </p:nvSpPr>
        <p:spPr>
          <a:xfrm>
            <a:off x="1664475" y="1323750"/>
            <a:ext cx="48108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8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
        <p:nvSpPr>
          <p:cNvPr id="230" name="Google Shape;230;p5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1" name="Google Shape;231;p5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2" name="Google Shape;232;p5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3" name="Google Shape;233;p5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4" name="Google Shape;234;p5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5" name="Google Shape;235;p5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6" name="Google Shape;236;p5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7" name="Google Shape;237;p5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8" name="Google Shape;238;p5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9" name="Google Shape;239;p5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0" name="Google Shape;240;p5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1" name="Google Shape;241;p5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2" name="Google Shape;242;p5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3" name="Google Shape;243;p5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4" name="Google Shape;244;p56"/>
          <p:cNvSpPr txBox="1">
            <a:spLocks noGrp="1"/>
          </p:cNvSpPr>
          <p:nvPr>
            <p:ph type="title" idx="2"/>
          </p:nvPr>
        </p:nvSpPr>
        <p:spPr>
          <a:xfrm>
            <a:off x="2100875" y="2016175"/>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45" name="Google Shape;245;p56"/>
          <p:cNvSpPr txBox="1">
            <a:spLocks noGrp="1"/>
          </p:cNvSpPr>
          <p:nvPr>
            <p:ph type="subTitle" idx="3"/>
          </p:nvPr>
        </p:nvSpPr>
        <p:spPr>
          <a:xfrm>
            <a:off x="2100875" y="2506366"/>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
        <p:nvSpPr>
          <p:cNvPr id="246" name="Google Shape;246;p56"/>
          <p:cNvSpPr txBox="1">
            <a:spLocks noGrp="1"/>
          </p:cNvSpPr>
          <p:nvPr>
            <p:ph type="title" idx="4"/>
          </p:nvPr>
        </p:nvSpPr>
        <p:spPr>
          <a:xfrm>
            <a:off x="2100875" y="3013959"/>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1"/>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47" name="Google Shape;247;p56"/>
          <p:cNvSpPr txBox="1">
            <a:spLocks noGrp="1"/>
          </p:cNvSpPr>
          <p:nvPr>
            <p:ph type="subTitle" idx="5"/>
          </p:nvPr>
        </p:nvSpPr>
        <p:spPr>
          <a:xfrm>
            <a:off x="2100875" y="3504150"/>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8"/>
        <p:cNvGrpSpPr/>
        <p:nvPr/>
      </p:nvGrpSpPr>
      <p:grpSpPr>
        <a:xfrm>
          <a:off x="0" y="0"/>
          <a:ext cx="0" cy="0"/>
          <a:chOff x="0" y="0"/>
          <a:chExt cx="0" cy="0"/>
        </a:xfrm>
      </p:grpSpPr>
      <p:sp>
        <p:nvSpPr>
          <p:cNvPr id="249" name="Google Shape;249;p57"/>
          <p:cNvSpPr txBox="1">
            <a:spLocks noGrp="1"/>
          </p:cNvSpPr>
          <p:nvPr>
            <p:ph type="title"/>
          </p:nvPr>
        </p:nvSpPr>
        <p:spPr>
          <a:xfrm>
            <a:off x="710125" y="542575"/>
            <a:ext cx="3861900" cy="142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0"/>
        <p:cNvGrpSpPr/>
        <p:nvPr/>
      </p:nvGrpSpPr>
      <p:grpSpPr>
        <a:xfrm>
          <a:off x="0" y="0"/>
          <a:ext cx="0" cy="0"/>
          <a:chOff x="0" y="0"/>
          <a:chExt cx="0" cy="0"/>
        </a:xfrm>
      </p:grpSpPr>
      <p:sp>
        <p:nvSpPr>
          <p:cNvPr id="251" name="Google Shape;251;p5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58"/>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58"/>
          <p:cNvSpPr txBox="1">
            <a:spLocks noGrp="1"/>
          </p:cNvSpPr>
          <p:nvPr>
            <p:ph type="title"/>
          </p:nvPr>
        </p:nvSpPr>
        <p:spPr>
          <a:xfrm>
            <a:off x="2673350" y="1194150"/>
            <a:ext cx="4281300" cy="1625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54" name="Google Shape;254;p5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5" name="Google Shape;255;p5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6" name="Google Shape;256;p5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7" name="Google Shape;257;p5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8" name="Google Shape;258;p5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9" name="Google Shape;259;p5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0" name="Google Shape;260;p5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1" name="Google Shape;261;p5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2" name="Google Shape;262;p5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3" name="Google Shape;263;p5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4" name="Google Shape;264;p5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5" name="Google Shape;265;p5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6" name="Google Shape;266;p5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7" name="Google Shape;267;p5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8"/>
        <p:cNvGrpSpPr/>
        <p:nvPr/>
      </p:nvGrpSpPr>
      <p:grpSpPr>
        <a:xfrm>
          <a:off x="0" y="0"/>
          <a:ext cx="0" cy="0"/>
          <a:chOff x="0" y="0"/>
          <a:chExt cx="0" cy="0"/>
        </a:xfrm>
      </p:grpSpPr>
      <p:sp>
        <p:nvSpPr>
          <p:cNvPr id="269" name="Google Shape;269;p5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0" name="Google Shape;270;p59"/>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1" name="Google Shape;271;p59"/>
          <p:cNvSpPr txBox="1">
            <a:spLocks noGrp="1"/>
          </p:cNvSpPr>
          <p:nvPr>
            <p:ph type="subTitle" idx="1"/>
          </p:nvPr>
        </p:nvSpPr>
        <p:spPr>
          <a:xfrm>
            <a:off x="1674500" y="2736550"/>
            <a:ext cx="3627600" cy="1017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272" name="Google Shape;272;p59"/>
          <p:cNvSpPr txBox="1">
            <a:spLocks noGrp="1"/>
          </p:cNvSpPr>
          <p:nvPr>
            <p:ph type="title"/>
          </p:nvPr>
        </p:nvSpPr>
        <p:spPr>
          <a:xfrm>
            <a:off x="1154275" y="1137700"/>
            <a:ext cx="3969900" cy="142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3" name="Google Shape;273;p5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4" name="Google Shape;274;p5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5" name="Google Shape;275;p5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6" name="Google Shape;276;p5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7" name="Google Shape;277;p5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8" name="Google Shape;278;p5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9" name="Google Shape;279;p5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0" name="Google Shape;280;p5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1" name="Google Shape;281;p5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2" name="Google Shape;282;p5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3" name="Google Shape;283;p5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4" name="Google Shape;284;p5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5" name="Google Shape;285;p5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6" name="Google Shape;286;p5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87"/>
        <p:cNvGrpSpPr/>
        <p:nvPr/>
      </p:nvGrpSpPr>
      <p:grpSpPr>
        <a:xfrm>
          <a:off x="0" y="0"/>
          <a:ext cx="0" cy="0"/>
          <a:chOff x="0" y="0"/>
          <a:chExt cx="0" cy="0"/>
        </a:xfrm>
      </p:grpSpPr>
      <p:sp>
        <p:nvSpPr>
          <p:cNvPr id="288" name="Google Shape;288;p6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9" name="Google Shape;289;p60"/>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0" name="Google Shape;290;p60"/>
          <p:cNvSpPr txBox="1">
            <a:spLocks noGrp="1"/>
          </p:cNvSpPr>
          <p:nvPr>
            <p:ph type="title" hasCustomPrompt="1"/>
          </p:nvPr>
        </p:nvSpPr>
        <p:spPr>
          <a:xfrm>
            <a:off x="1084225" y="1311425"/>
            <a:ext cx="6379200" cy="1018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91" name="Google Shape;291;p60"/>
          <p:cNvSpPr txBox="1">
            <a:spLocks noGrp="1"/>
          </p:cNvSpPr>
          <p:nvPr>
            <p:ph type="body" idx="1"/>
          </p:nvPr>
        </p:nvSpPr>
        <p:spPr>
          <a:xfrm>
            <a:off x="1554225" y="2486925"/>
            <a:ext cx="6689100" cy="5280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800">
                <a:solidFill>
                  <a:schemeClr val="accent3"/>
                </a:solidFill>
              </a:defRPr>
            </a:lvl1pPr>
            <a:lvl2pPr marL="914400" lvl="1" indent="-317500" algn="ctr">
              <a:lnSpc>
                <a:spcPct val="100000"/>
              </a:lnSpc>
              <a:spcBef>
                <a:spcPts val="0"/>
              </a:spcBef>
              <a:spcAft>
                <a:spcPts val="0"/>
              </a:spcAft>
              <a:buSzPts val="1400"/>
              <a:buChar char="○"/>
              <a:defRPr/>
            </a:lvl2pPr>
            <a:lvl3pPr marL="1371600" lvl="2" indent="-317500" algn="ctr">
              <a:lnSpc>
                <a:spcPct val="100000"/>
              </a:lnSpc>
              <a:spcBef>
                <a:spcPts val="0"/>
              </a:spcBef>
              <a:spcAft>
                <a:spcPts val="0"/>
              </a:spcAft>
              <a:buSzPts val="1400"/>
              <a:buChar char="■"/>
              <a:defRPr/>
            </a:lvl3pPr>
            <a:lvl4pPr marL="1828800" lvl="3" indent="-317500" algn="ctr">
              <a:lnSpc>
                <a:spcPct val="100000"/>
              </a:lnSpc>
              <a:spcBef>
                <a:spcPts val="0"/>
              </a:spcBef>
              <a:spcAft>
                <a:spcPts val="0"/>
              </a:spcAft>
              <a:buSzPts val="1400"/>
              <a:buChar char="●"/>
              <a:defRPr/>
            </a:lvl4pPr>
            <a:lvl5pPr marL="2286000" lvl="4" indent="-317500" algn="ctr">
              <a:lnSpc>
                <a:spcPct val="100000"/>
              </a:lnSpc>
              <a:spcBef>
                <a:spcPts val="0"/>
              </a:spcBef>
              <a:spcAft>
                <a:spcPts val="0"/>
              </a:spcAft>
              <a:buSzPts val="1400"/>
              <a:buChar char="○"/>
              <a:defRPr/>
            </a:lvl5pPr>
            <a:lvl6pPr marL="2743200" lvl="5" indent="-317500" algn="ctr">
              <a:lnSpc>
                <a:spcPct val="100000"/>
              </a:lnSpc>
              <a:spcBef>
                <a:spcPts val="0"/>
              </a:spcBef>
              <a:spcAft>
                <a:spcPts val="0"/>
              </a:spcAft>
              <a:buSzPts val="1400"/>
              <a:buChar char="■"/>
              <a:defRPr/>
            </a:lvl6pPr>
            <a:lvl7pPr marL="3200400" lvl="6" indent="-317500" algn="ctr">
              <a:lnSpc>
                <a:spcPct val="100000"/>
              </a:lnSpc>
              <a:spcBef>
                <a:spcPts val="0"/>
              </a:spcBef>
              <a:spcAft>
                <a:spcPts val="0"/>
              </a:spcAft>
              <a:buSzPts val="1400"/>
              <a:buChar char="●"/>
              <a:defRPr/>
            </a:lvl7pPr>
            <a:lvl8pPr marL="3657600" lvl="7" indent="-317500" algn="ctr">
              <a:lnSpc>
                <a:spcPct val="100000"/>
              </a:lnSpc>
              <a:spcBef>
                <a:spcPts val="0"/>
              </a:spcBef>
              <a:spcAft>
                <a:spcPts val="0"/>
              </a:spcAft>
              <a:buSzPts val="1400"/>
              <a:buChar char="○"/>
              <a:defRPr/>
            </a:lvl8pPr>
            <a:lvl9pPr marL="4114800" lvl="8" indent="-317500" algn="ctr">
              <a:lnSpc>
                <a:spcPct val="100000"/>
              </a:lnSpc>
              <a:spcBef>
                <a:spcPts val="0"/>
              </a:spcBef>
              <a:spcAft>
                <a:spcPts val="0"/>
              </a:spcAft>
              <a:buSzPts val="1400"/>
              <a:buChar char="■"/>
              <a:defRPr/>
            </a:lvl9pPr>
          </a:lstStyle>
          <a:p>
            <a:endParaRPr/>
          </a:p>
        </p:txBody>
      </p:sp>
      <p:sp>
        <p:nvSpPr>
          <p:cNvPr id="292" name="Google Shape;292;p6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3" name="Google Shape;293;p6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4" name="Google Shape;294;p6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5" name="Google Shape;295;p6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6" name="Google Shape;296;p6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7" name="Google Shape;297;p6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8" name="Google Shape;298;p6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9" name="Google Shape;299;p6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0" name="Google Shape;300;p6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1" name="Google Shape;301;p6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2" name="Google Shape;302;p6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3" name="Google Shape;303;p6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4" name="Google Shape;304;p6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5" name="Google Shape;305;p6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306"/>
        <p:cNvGrpSpPr/>
        <p:nvPr/>
      </p:nvGrpSpPr>
      <p:grpSpPr>
        <a:xfrm>
          <a:off x="0" y="0"/>
          <a:ext cx="0" cy="0"/>
          <a:chOff x="0" y="0"/>
          <a:chExt cx="0" cy="0"/>
        </a:xfrm>
      </p:grpSpPr>
      <p:sp>
        <p:nvSpPr>
          <p:cNvPr id="307" name="Google Shape;307;p6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8" name="Google Shape;308;p61"/>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9" name="Google Shape;309;p61"/>
          <p:cNvSpPr txBox="1">
            <a:spLocks noGrp="1"/>
          </p:cNvSpPr>
          <p:nvPr>
            <p:ph type="title"/>
          </p:nvPr>
        </p:nvSpPr>
        <p:spPr>
          <a:xfrm>
            <a:off x="1752950" y="3005100"/>
            <a:ext cx="6109200" cy="37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4200"/>
              <a:buNone/>
              <a:defRPr sz="1800">
                <a:solidFill>
                  <a:schemeClr val="dk2"/>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10" name="Google Shape;310;p61"/>
          <p:cNvSpPr txBox="1">
            <a:spLocks noGrp="1"/>
          </p:cNvSpPr>
          <p:nvPr>
            <p:ph type="subTitle" idx="1"/>
          </p:nvPr>
        </p:nvSpPr>
        <p:spPr>
          <a:xfrm>
            <a:off x="1752950" y="1764900"/>
            <a:ext cx="6109200" cy="124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2000">
                <a:solidFill>
                  <a:schemeClr val="accent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1" name="Google Shape;311;p6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2" name="Google Shape;312;p6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3" name="Google Shape;313;p6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4" name="Google Shape;314;p6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5" name="Google Shape;315;p6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6" name="Google Shape;316;p6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7" name="Google Shape;317;p6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8" name="Google Shape;318;p6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9" name="Google Shape;319;p6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0" name="Google Shape;320;p6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1" name="Google Shape;321;p6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2" name="Google Shape;322;p6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3" name="Google Shape;323;p6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4" name="Google Shape;324;p6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6">
    <p:spTree>
      <p:nvGrpSpPr>
        <p:cNvPr id="1" name="Shape 325"/>
        <p:cNvGrpSpPr/>
        <p:nvPr/>
      </p:nvGrpSpPr>
      <p:grpSpPr>
        <a:xfrm>
          <a:off x="0" y="0"/>
          <a:ext cx="0" cy="0"/>
          <a:chOff x="0" y="0"/>
          <a:chExt cx="0" cy="0"/>
        </a:xfrm>
      </p:grpSpPr>
      <p:sp>
        <p:nvSpPr>
          <p:cNvPr id="326" name="Google Shape;326;p62"/>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7" name="Google Shape;327;p62"/>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8" name="Google Shape;328;p62"/>
          <p:cNvSpPr txBox="1">
            <a:spLocks noGrp="1"/>
          </p:cNvSpPr>
          <p:nvPr>
            <p:ph type="subTitle" idx="1"/>
          </p:nvPr>
        </p:nvSpPr>
        <p:spPr>
          <a:xfrm>
            <a:off x="1679425" y="1587644"/>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29" name="Google Shape;329;p62"/>
          <p:cNvSpPr txBox="1">
            <a:spLocks noGrp="1"/>
          </p:cNvSpPr>
          <p:nvPr>
            <p:ph type="subTitle" idx="2"/>
          </p:nvPr>
        </p:nvSpPr>
        <p:spPr>
          <a:xfrm>
            <a:off x="1679425" y="126990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0" name="Google Shape;330;p62"/>
          <p:cNvSpPr txBox="1">
            <a:spLocks noGrp="1"/>
          </p:cNvSpPr>
          <p:nvPr>
            <p:ph type="subTitle" idx="3"/>
          </p:nvPr>
        </p:nvSpPr>
        <p:spPr>
          <a:xfrm>
            <a:off x="2536285" y="3541351"/>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1" name="Google Shape;331;p62"/>
          <p:cNvSpPr txBox="1">
            <a:spLocks noGrp="1"/>
          </p:cNvSpPr>
          <p:nvPr>
            <p:ph type="subTitle" idx="4"/>
          </p:nvPr>
        </p:nvSpPr>
        <p:spPr>
          <a:xfrm>
            <a:off x="2536286" y="322145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2" name="Google Shape;332;p62"/>
          <p:cNvSpPr txBox="1">
            <a:spLocks noGrp="1"/>
          </p:cNvSpPr>
          <p:nvPr>
            <p:ph type="subTitle" idx="5"/>
          </p:nvPr>
        </p:nvSpPr>
        <p:spPr>
          <a:xfrm>
            <a:off x="4994100" y="1577676"/>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3" name="Google Shape;333;p62"/>
          <p:cNvSpPr txBox="1">
            <a:spLocks noGrp="1"/>
          </p:cNvSpPr>
          <p:nvPr>
            <p:ph type="subTitle" idx="6"/>
          </p:nvPr>
        </p:nvSpPr>
        <p:spPr>
          <a:xfrm>
            <a:off x="4994100" y="12577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4" name="Google Shape;334;p62"/>
          <p:cNvSpPr txBox="1">
            <a:spLocks noGrp="1"/>
          </p:cNvSpPr>
          <p:nvPr>
            <p:ph type="subTitle" idx="7"/>
          </p:nvPr>
        </p:nvSpPr>
        <p:spPr>
          <a:xfrm>
            <a:off x="2099975"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5" name="Google Shape;335;p62"/>
          <p:cNvSpPr txBox="1">
            <a:spLocks noGrp="1"/>
          </p:cNvSpPr>
          <p:nvPr>
            <p:ph type="subTitle" idx="8"/>
          </p:nvPr>
        </p:nvSpPr>
        <p:spPr>
          <a:xfrm>
            <a:off x="2099975"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6" name="Google Shape;336;p62"/>
          <p:cNvSpPr txBox="1">
            <a:spLocks noGrp="1"/>
          </p:cNvSpPr>
          <p:nvPr>
            <p:ph type="subTitle" idx="9"/>
          </p:nvPr>
        </p:nvSpPr>
        <p:spPr>
          <a:xfrm>
            <a:off x="5414650"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7" name="Google Shape;337;p62"/>
          <p:cNvSpPr txBox="1">
            <a:spLocks noGrp="1"/>
          </p:cNvSpPr>
          <p:nvPr>
            <p:ph type="subTitle" idx="13"/>
          </p:nvPr>
        </p:nvSpPr>
        <p:spPr>
          <a:xfrm>
            <a:off x="5414650"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38" name="Google Shape;338;p62"/>
          <p:cNvSpPr txBox="1">
            <a:spLocks noGrp="1"/>
          </p:cNvSpPr>
          <p:nvPr>
            <p:ph type="subTitle" idx="14"/>
          </p:nvPr>
        </p:nvSpPr>
        <p:spPr>
          <a:xfrm>
            <a:off x="5846735" y="355131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39" name="Google Shape;339;p62"/>
          <p:cNvSpPr txBox="1">
            <a:spLocks noGrp="1"/>
          </p:cNvSpPr>
          <p:nvPr>
            <p:ph type="subTitle" idx="15"/>
          </p:nvPr>
        </p:nvSpPr>
        <p:spPr>
          <a:xfrm>
            <a:off x="5846736" y="32335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40" name="Google Shape;340;p6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1" name="Google Shape;341;p6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2" name="Google Shape;342;p6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3" name="Google Shape;343;p6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4" name="Google Shape;344;p6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5" name="Google Shape;345;p6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6" name="Google Shape;346;p6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7" name="Google Shape;347;p6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8" name="Google Shape;348;p6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9" name="Google Shape;349;p6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0" name="Google Shape;350;p6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1" name="Google Shape;351;p6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2" name="Google Shape;352;p6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3" name="Google Shape;353;p6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4" name="Google Shape;354;p62"/>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9_1">
    <p:spTree>
      <p:nvGrpSpPr>
        <p:cNvPr id="1" name="Shape 355"/>
        <p:cNvGrpSpPr/>
        <p:nvPr/>
      </p:nvGrpSpPr>
      <p:grpSpPr>
        <a:xfrm>
          <a:off x="0" y="0"/>
          <a:ext cx="0" cy="0"/>
          <a:chOff x="0" y="0"/>
          <a:chExt cx="0" cy="0"/>
        </a:xfrm>
      </p:grpSpPr>
      <p:sp>
        <p:nvSpPr>
          <p:cNvPr id="356" name="Google Shape;356;p6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7" name="Google Shape;357;p6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8" name="Google Shape;358;p63"/>
          <p:cNvSpPr txBox="1">
            <a:spLocks noGrp="1"/>
          </p:cNvSpPr>
          <p:nvPr>
            <p:ph type="subTitle" idx="1"/>
          </p:nvPr>
        </p:nvSpPr>
        <p:spPr>
          <a:xfrm>
            <a:off x="1667256" y="2355825"/>
            <a:ext cx="2891100" cy="156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sz="1600">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359" name="Google Shape;359;p63"/>
          <p:cNvSpPr txBox="1">
            <a:spLocks noGrp="1"/>
          </p:cNvSpPr>
          <p:nvPr>
            <p:ph type="title"/>
          </p:nvPr>
        </p:nvSpPr>
        <p:spPr>
          <a:xfrm>
            <a:off x="1121875" y="1183920"/>
            <a:ext cx="2891100" cy="112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0" name="Google Shape;360;p6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1" name="Google Shape;361;p6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2" name="Google Shape;362;p6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3" name="Google Shape;363;p6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4" name="Google Shape;364;p6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5" name="Google Shape;365;p6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6" name="Google Shape;366;p6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7" name="Google Shape;367;p6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8" name="Google Shape;368;p6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9" name="Google Shape;369;p6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0" name="Google Shape;370;p6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1" name="Google Shape;371;p6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2" name="Google Shape;372;p6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3" name="Google Shape;373;p6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374"/>
        <p:cNvGrpSpPr/>
        <p:nvPr/>
      </p:nvGrpSpPr>
      <p:grpSpPr>
        <a:xfrm>
          <a:off x="0" y="0"/>
          <a:ext cx="0" cy="0"/>
          <a:chOff x="0" y="0"/>
          <a:chExt cx="0" cy="0"/>
        </a:xfrm>
      </p:grpSpPr>
      <p:sp>
        <p:nvSpPr>
          <p:cNvPr id="375" name="Google Shape;375;p6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6" name="Google Shape;376;p64"/>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64"/>
          <p:cNvSpPr txBox="1">
            <a:spLocks noGrp="1"/>
          </p:cNvSpPr>
          <p:nvPr>
            <p:ph type="ctrTitle"/>
          </p:nvPr>
        </p:nvSpPr>
        <p:spPr>
          <a:xfrm>
            <a:off x="1139125" y="582056"/>
            <a:ext cx="3064500" cy="53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5200"/>
              <a:buN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78" name="Google Shape;378;p64"/>
          <p:cNvSpPr txBox="1">
            <a:spLocks noGrp="1"/>
          </p:cNvSpPr>
          <p:nvPr>
            <p:ph type="subTitle" idx="1"/>
          </p:nvPr>
        </p:nvSpPr>
        <p:spPr>
          <a:xfrm>
            <a:off x="2064825" y="1695725"/>
            <a:ext cx="3720600" cy="702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79" name="Google Shape;379;p64"/>
          <p:cNvSpPr txBox="1">
            <a:spLocks noGrp="1"/>
          </p:cNvSpPr>
          <p:nvPr>
            <p:ph type="subTitle" idx="2"/>
          </p:nvPr>
        </p:nvSpPr>
        <p:spPr>
          <a:xfrm>
            <a:off x="1570575" y="1261025"/>
            <a:ext cx="4572000" cy="434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0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80" name="Google Shape;380;p6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1" name="Google Shape;381;p6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2" name="Google Shape;382;p6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3" name="Google Shape;383;p6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4" name="Google Shape;384;p6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5" name="Google Shape;385;p6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6" name="Google Shape;386;p6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7" name="Google Shape;387;p6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8" name="Google Shape;388;p6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9" name="Google Shape;389;p6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0" name="Google Shape;390;p6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1" name="Google Shape;391;p6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2" name="Google Shape;392;p6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3" name="Google Shape;393;p6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4" name="Google Shape;394;p64"/>
          <p:cNvSpPr txBox="1"/>
          <p:nvPr/>
        </p:nvSpPr>
        <p:spPr>
          <a:xfrm>
            <a:off x="2912425" y="3087263"/>
            <a:ext cx="4418100" cy="63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CREDITS: This presentation template was created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2"/>
              </a:rPr>
              <a:t>Slidesgo</a:t>
            </a: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 including icons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3"/>
              </a:rPr>
              <a:t>Flaticon</a:t>
            </a: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 and infographics &amp; images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4"/>
              </a:rPr>
              <a:t>Freepik</a:t>
            </a:r>
            <a:endParaRPr sz="1200" b="1" i="0" u="sng"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9_1_1">
    <p:spTree>
      <p:nvGrpSpPr>
        <p:cNvPr id="1" name="Shape 395"/>
        <p:cNvGrpSpPr/>
        <p:nvPr/>
      </p:nvGrpSpPr>
      <p:grpSpPr>
        <a:xfrm>
          <a:off x="0" y="0"/>
          <a:ext cx="0" cy="0"/>
          <a:chOff x="0" y="0"/>
          <a:chExt cx="0" cy="0"/>
        </a:xfrm>
      </p:grpSpPr>
      <p:sp>
        <p:nvSpPr>
          <p:cNvPr id="396" name="Google Shape;396;p6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7" name="Google Shape;397;p6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8" name="Google Shape;398;p6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9" name="Google Shape;399;p6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0" name="Google Shape;400;p6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1" name="Google Shape;401;p6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2" name="Google Shape;402;p6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3" name="Google Shape;403;p6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4" name="Google Shape;404;p6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5" name="Google Shape;405;p6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6" name="Google Shape;406;p6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7" name="Google Shape;407;p6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8" name="Google Shape;408;p6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9" name="Google Shape;409;p6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0" name="Google Shape;410;p6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1" name="Google Shape;411;p6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2" name="Google Shape;412;p65"/>
          <p:cNvSpPr txBox="1">
            <a:spLocks noGrp="1"/>
          </p:cNvSpPr>
          <p:nvPr>
            <p:ph type="body" idx="1"/>
          </p:nvPr>
        </p:nvSpPr>
        <p:spPr>
          <a:xfrm>
            <a:off x="2090500" y="1956600"/>
            <a:ext cx="5111400" cy="21096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accent3"/>
              </a:buClr>
              <a:buSzPts val="1400"/>
              <a:buChar char="∗"/>
              <a:defRPr sz="2000">
                <a:solidFill>
                  <a:schemeClr val="accent3"/>
                </a:solidFill>
              </a:defRPr>
            </a:lvl1pPr>
            <a:lvl2pPr marL="914400" lvl="1" indent="-330200" algn="l">
              <a:lnSpc>
                <a:spcPct val="100000"/>
              </a:lnSpc>
              <a:spcBef>
                <a:spcPts val="0"/>
              </a:spcBef>
              <a:spcAft>
                <a:spcPts val="0"/>
              </a:spcAft>
              <a:buClr>
                <a:schemeClr val="accent3"/>
              </a:buClr>
              <a:buSzPts val="1600"/>
              <a:buFont typeface="Montserrat"/>
              <a:buChar char="○"/>
              <a:defRPr sz="1200">
                <a:solidFill>
                  <a:schemeClr val="accent3"/>
                </a:solidFill>
              </a:defRPr>
            </a:lvl2pPr>
            <a:lvl3pPr marL="1371600" lvl="2" indent="-330200" algn="l">
              <a:lnSpc>
                <a:spcPct val="100000"/>
              </a:lnSpc>
              <a:spcBef>
                <a:spcPts val="0"/>
              </a:spcBef>
              <a:spcAft>
                <a:spcPts val="0"/>
              </a:spcAft>
              <a:buClr>
                <a:schemeClr val="accent3"/>
              </a:buClr>
              <a:buSzPts val="1600"/>
              <a:buFont typeface="Montserrat"/>
              <a:buChar char="■"/>
              <a:defRPr>
                <a:solidFill>
                  <a:schemeClr val="accent3"/>
                </a:solidFill>
              </a:defRPr>
            </a:lvl3pPr>
            <a:lvl4pPr marL="1828800" lvl="3" indent="-330200" algn="l">
              <a:lnSpc>
                <a:spcPct val="100000"/>
              </a:lnSpc>
              <a:spcBef>
                <a:spcPts val="0"/>
              </a:spcBef>
              <a:spcAft>
                <a:spcPts val="0"/>
              </a:spcAft>
              <a:buClr>
                <a:schemeClr val="accent3"/>
              </a:buClr>
              <a:buSzPts val="1600"/>
              <a:buFont typeface="Montserrat"/>
              <a:buChar char="●"/>
              <a:defRPr>
                <a:solidFill>
                  <a:schemeClr val="accent3"/>
                </a:solidFill>
              </a:defRPr>
            </a:lvl4pPr>
            <a:lvl5pPr marL="2286000" lvl="4" indent="-330200" algn="l">
              <a:lnSpc>
                <a:spcPct val="100000"/>
              </a:lnSpc>
              <a:spcBef>
                <a:spcPts val="0"/>
              </a:spcBef>
              <a:spcAft>
                <a:spcPts val="0"/>
              </a:spcAft>
              <a:buClr>
                <a:schemeClr val="accent3"/>
              </a:buClr>
              <a:buSzPts val="1600"/>
              <a:buFont typeface="Montserrat"/>
              <a:buChar char="○"/>
              <a:defRPr>
                <a:solidFill>
                  <a:schemeClr val="accent3"/>
                </a:solidFill>
              </a:defRPr>
            </a:lvl5pPr>
            <a:lvl6pPr marL="2743200" lvl="5" indent="-330200" algn="l">
              <a:lnSpc>
                <a:spcPct val="100000"/>
              </a:lnSpc>
              <a:spcBef>
                <a:spcPts val="0"/>
              </a:spcBef>
              <a:spcAft>
                <a:spcPts val="0"/>
              </a:spcAft>
              <a:buClr>
                <a:schemeClr val="accent3"/>
              </a:buClr>
              <a:buSzPts val="1600"/>
              <a:buFont typeface="Montserrat"/>
              <a:buChar char="■"/>
              <a:defRPr>
                <a:solidFill>
                  <a:schemeClr val="accent3"/>
                </a:solidFill>
              </a:defRPr>
            </a:lvl6pPr>
            <a:lvl7pPr marL="3200400" lvl="6" indent="-330200" algn="l">
              <a:lnSpc>
                <a:spcPct val="100000"/>
              </a:lnSpc>
              <a:spcBef>
                <a:spcPts val="0"/>
              </a:spcBef>
              <a:spcAft>
                <a:spcPts val="0"/>
              </a:spcAft>
              <a:buClr>
                <a:schemeClr val="accent3"/>
              </a:buClr>
              <a:buSzPts val="1600"/>
              <a:buFont typeface="Montserrat"/>
              <a:buChar char="●"/>
              <a:defRPr>
                <a:solidFill>
                  <a:schemeClr val="accent3"/>
                </a:solidFill>
              </a:defRPr>
            </a:lvl7pPr>
            <a:lvl8pPr marL="3657600" lvl="7" indent="-330200" algn="l">
              <a:lnSpc>
                <a:spcPct val="100000"/>
              </a:lnSpc>
              <a:spcBef>
                <a:spcPts val="0"/>
              </a:spcBef>
              <a:spcAft>
                <a:spcPts val="0"/>
              </a:spcAft>
              <a:buClr>
                <a:schemeClr val="accent3"/>
              </a:buClr>
              <a:buSzPts val="1600"/>
              <a:buFont typeface="Montserrat"/>
              <a:buChar char="○"/>
              <a:defRPr>
                <a:solidFill>
                  <a:schemeClr val="accent3"/>
                </a:solidFill>
              </a:defRPr>
            </a:lvl8pPr>
            <a:lvl9pPr marL="4114800" lvl="8" indent="-330200" algn="l">
              <a:lnSpc>
                <a:spcPct val="100000"/>
              </a:lnSpc>
              <a:spcBef>
                <a:spcPts val="0"/>
              </a:spcBef>
              <a:spcAft>
                <a:spcPts val="0"/>
              </a:spcAft>
              <a:buClr>
                <a:schemeClr val="accent3"/>
              </a:buClr>
              <a:buSzPts val="1600"/>
              <a:buFont typeface="Montserrat"/>
              <a:buChar char="■"/>
              <a:defRPr>
                <a:solidFill>
                  <a:schemeClr val="accent3"/>
                </a:solidFill>
              </a:defRPr>
            </a:lvl9pPr>
          </a:lstStyle>
          <a:p>
            <a:endParaRPr/>
          </a:p>
        </p:txBody>
      </p:sp>
      <p:sp>
        <p:nvSpPr>
          <p:cNvPr id="413" name="Google Shape;413;p65"/>
          <p:cNvSpPr txBox="1">
            <a:spLocks noGrp="1"/>
          </p:cNvSpPr>
          <p:nvPr>
            <p:ph type="subTitle" idx="2"/>
          </p:nvPr>
        </p:nvSpPr>
        <p:spPr>
          <a:xfrm>
            <a:off x="1676975" y="1309850"/>
            <a:ext cx="54507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2000"/>
              <a:buNone/>
              <a:defRPr>
                <a:solidFill>
                  <a:schemeClr val="accent3"/>
                </a:solidFill>
              </a:defRPr>
            </a:lvl1pPr>
            <a:lvl2pPr lvl="1" algn="ctr">
              <a:lnSpc>
                <a:spcPct val="100000"/>
              </a:lnSpc>
              <a:spcBef>
                <a:spcPts val="0"/>
              </a:spcBef>
              <a:spcAft>
                <a:spcPts val="0"/>
              </a:spcAft>
              <a:buClr>
                <a:schemeClr val="accent3"/>
              </a:buClr>
              <a:buSzPts val="2000"/>
              <a:buNone/>
              <a:defRPr sz="2000" b="1">
                <a:solidFill>
                  <a:schemeClr val="accent3"/>
                </a:solidFill>
              </a:defRPr>
            </a:lvl2pPr>
            <a:lvl3pPr lvl="2" algn="ctr">
              <a:lnSpc>
                <a:spcPct val="100000"/>
              </a:lnSpc>
              <a:spcBef>
                <a:spcPts val="0"/>
              </a:spcBef>
              <a:spcAft>
                <a:spcPts val="0"/>
              </a:spcAft>
              <a:buClr>
                <a:schemeClr val="accent3"/>
              </a:buClr>
              <a:buSzPts val="2000"/>
              <a:buNone/>
              <a:defRPr sz="2000" b="1">
                <a:solidFill>
                  <a:schemeClr val="accent3"/>
                </a:solidFill>
              </a:defRPr>
            </a:lvl3pPr>
            <a:lvl4pPr lvl="3" algn="ctr">
              <a:lnSpc>
                <a:spcPct val="100000"/>
              </a:lnSpc>
              <a:spcBef>
                <a:spcPts val="0"/>
              </a:spcBef>
              <a:spcAft>
                <a:spcPts val="0"/>
              </a:spcAft>
              <a:buClr>
                <a:schemeClr val="accent3"/>
              </a:buClr>
              <a:buSzPts val="2000"/>
              <a:buNone/>
              <a:defRPr sz="2000" b="1">
                <a:solidFill>
                  <a:schemeClr val="accent3"/>
                </a:solidFill>
              </a:defRPr>
            </a:lvl4pPr>
            <a:lvl5pPr lvl="4" algn="ctr">
              <a:lnSpc>
                <a:spcPct val="100000"/>
              </a:lnSpc>
              <a:spcBef>
                <a:spcPts val="0"/>
              </a:spcBef>
              <a:spcAft>
                <a:spcPts val="0"/>
              </a:spcAft>
              <a:buClr>
                <a:schemeClr val="accent3"/>
              </a:buClr>
              <a:buSzPts val="2000"/>
              <a:buNone/>
              <a:defRPr sz="2000" b="1">
                <a:solidFill>
                  <a:schemeClr val="accent3"/>
                </a:solidFill>
              </a:defRPr>
            </a:lvl5pPr>
            <a:lvl6pPr lvl="5" algn="ctr">
              <a:lnSpc>
                <a:spcPct val="100000"/>
              </a:lnSpc>
              <a:spcBef>
                <a:spcPts val="0"/>
              </a:spcBef>
              <a:spcAft>
                <a:spcPts val="0"/>
              </a:spcAft>
              <a:buClr>
                <a:schemeClr val="accent3"/>
              </a:buClr>
              <a:buSzPts val="2000"/>
              <a:buNone/>
              <a:defRPr sz="2000" b="1">
                <a:solidFill>
                  <a:schemeClr val="accent3"/>
                </a:solidFill>
              </a:defRPr>
            </a:lvl6pPr>
            <a:lvl7pPr lvl="6" algn="ctr">
              <a:lnSpc>
                <a:spcPct val="100000"/>
              </a:lnSpc>
              <a:spcBef>
                <a:spcPts val="0"/>
              </a:spcBef>
              <a:spcAft>
                <a:spcPts val="0"/>
              </a:spcAft>
              <a:buClr>
                <a:schemeClr val="accent3"/>
              </a:buClr>
              <a:buSzPts val="2000"/>
              <a:buNone/>
              <a:defRPr sz="2000" b="1">
                <a:solidFill>
                  <a:schemeClr val="accent3"/>
                </a:solidFill>
              </a:defRPr>
            </a:lvl7pPr>
            <a:lvl8pPr lvl="7" algn="ctr">
              <a:lnSpc>
                <a:spcPct val="100000"/>
              </a:lnSpc>
              <a:spcBef>
                <a:spcPts val="0"/>
              </a:spcBef>
              <a:spcAft>
                <a:spcPts val="0"/>
              </a:spcAft>
              <a:buClr>
                <a:schemeClr val="accent3"/>
              </a:buClr>
              <a:buSzPts val="2000"/>
              <a:buNone/>
              <a:defRPr sz="2000" b="1">
                <a:solidFill>
                  <a:schemeClr val="accent3"/>
                </a:solidFill>
              </a:defRPr>
            </a:lvl8pPr>
            <a:lvl9pPr lvl="8" algn="ctr">
              <a:lnSpc>
                <a:spcPct val="100000"/>
              </a:lnSpc>
              <a:spcBef>
                <a:spcPts val="0"/>
              </a:spcBef>
              <a:spcAft>
                <a:spcPts val="0"/>
              </a:spcAft>
              <a:buClr>
                <a:schemeClr val="accent3"/>
              </a:buClr>
              <a:buSzPts val="2000"/>
              <a:buNone/>
              <a:defRPr sz="2000" b="1">
                <a:solidFill>
                  <a:schemeClr val="accent3"/>
                </a:solidFill>
              </a:defRPr>
            </a:lvl9pPr>
          </a:lstStyle>
          <a:p>
            <a:endParaRPr/>
          </a:p>
        </p:txBody>
      </p:sp>
      <p:sp>
        <p:nvSpPr>
          <p:cNvPr id="414" name="Google Shape;414;p65"/>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41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
  <p:cSld name="CUSTOM_9">
    <p:spTree>
      <p:nvGrpSpPr>
        <p:cNvPr id="1" name="Shape 416"/>
        <p:cNvGrpSpPr/>
        <p:nvPr/>
      </p:nvGrpSpPr>
      <p:grpSpPr>
        <a:xfrm>
          <a:off x="0" y="0"/>
          <a:ext cx="0" cy="0"/>
          <a:chOff x="0" y="0"/>
          <a:chExt cx="0" cy="0"/>
        </a:xfrm>
      </p:grpSpPr>
      <p:sp>
        <p:nvSpPr>
          <p:cNvPr id="417" name="Google Shape;417;p6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8" name="Google Shape;418;p69"/>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9" name="Google Shape;419;p6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0" name="Google Shape;420;p6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1" name="Google Shape;421;p6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2" name="Google Shape;422;p6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3" name="Google Shape;423;p6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4" name="Google Shape;424;p6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5" name="Google Shape;425;p6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6" name="Google Shape;426;p6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7" name="Google Shape;427;p6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8" name="Google Shape;428;p6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9" name="Google Shape;429;p6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0" name="Google Shape;430;p6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1" name="Google Shape;431;p6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2" name="Google Shape;432;p6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433"/>
        <p:cNvGrpSpPr/>
        <p:nvPr/>
      </p:nvGrpSpPr>
      <p:grpSpPr>
        <a:xfrm>
          <a:off x="0" y="0"/>
          <a:ext cx="0" cy="0"/>
          <a:chOff x="0" y="0"/>
          <a:chExt cx="0" cy="0"/>
        </a:xfrm>
      </p:grpSpPr>
      <p:sp>
        <p:nvSpPr>
          <p:cNvPr id="434" name="Google Shape;434;p7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5" name="Google Shape;435;p70"/>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6" name="Google Shape;436;p7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7" name="Google Shape;437;p7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8" name="Google Shape;438;p7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9" name="Google Shape;439;p7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0" name="Google Shape;440;p7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1" name="Google Shape;441;p7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2" name="Google Shape;442;p7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3" name="Google Shape;443;p7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4" name="Google Shape;444;p7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5" name="Google Shape;445;p7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6" name="Google Shape;446;p7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7" name="Google Shape;447;p7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8" name="Google Shape;448;p7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9" name="Google Shape;449;p7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
        <p:cNvGrpSpPr/>
        <p:nvPr/>
      </p:nvGrpSpPr>
      <p:grpSpPr>
        <a:xfrm>
          <a:off x="0" y="0"/>
          <a:ext cx="0" cy="0"/>
          <a:chOff x="0" y="0"/>
          <a:chExt cx="0" cy="0"/>
        </a:xfrm>
      </p:grpSpPr>
      <p:sp>
        <p:nvSpPr>
          <p:cNvPr id="6" name="Google Shape;6;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endParaRPr/>
          </a:p>
        </p:txBody>
      </p:sp>
      <p:sp>
        <p:nvSpPr>
          <p:cNvPr id="7" name="Google Shape;7;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marR="0" lvl="0"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12"/>
        <p:cNvGrpSpPr/>
        <p:nvPr/>
      </p:nvGrpSpPr>
      <p:grpSpPr>
        <a:xfrm>
          <a:off x="0" y="0"/>
          <a:ext cx="0" cy="0"/>
          <a:chOff x="0" y="0"/>
          <a:chExt cx="0" cy="0"/>
        </a:xfrm>
      </p:grpSpPr>
      <p:sp>
        <p:nvSpPr>
          <p:cNvPr id="5" name="Google Shape;813;p13"/>
          <p:cNvSpPr txBox="1">
            <a:spLocks noGrp="1"/>
          </p:cNvSpPr>
          <p:nvPr>
            <p:ph type="title"/>
          </p:nvPr>
        </p:nvSpPr>
        <p:spPr>
          <a:xfrm>
            <a:off x="709930" y="542290"/>
            <a:ext cx="4483735" cy="1536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GB">
                <a:solidFill>
                  <a:schemeClr val="accent2"/>
                </a:solidFill>
              </a:rPr>
              <a:t>‘</a:t>
            </a:r>
            <a:r>
              <a:rPr lang="es-AR" altLang="en-GB" b="1">
                <a:solidFill>
                  <a:schemeClr val="accent2"/>
                </a:solidFill>
              </a:rPr>
              <a:t>Unidad 4:</a:t>
            </a:r>
            <a:r>
              <a:rPr lang="en-GB">
                <a:solidFill>
                  <a:schemeClr val="accent2"/>
                </a:solidFill>
              </a:rPr>
              <a:t>’</a:t>
            </a:r>
            <a:r>
              <a:rPr lang="en-GB"/>
              <a:t> </a:t>
            </a:r>
            <a:br>
              <a:rPr lang="en-GB"/>
            </a:br>
            <a:r>
              <a:rPr lang="en-GB">
                <a:solidFill>
                  <a:schemeClr val="accent6"/>
                </a:solidFill>
              </a:rPr>
              <a:t>{</a:t>
            </a:r>
            <a:r>
              <a:rPr lang="en-GB"/>
              <a:t> </a:t>
            </a:r>
            <a:r>
              <a:rPr lang="es-AR" altLang="en-GB" b="1">
                <a:solidFill>
                  <a:schemeClr val="accent1"/>
                </a:solidFill>
              </a:rPr>
              <a:t>Programación del Lado del Servidor y Persistencia de Datos</a:t>
            </a:r>
          </a:p>
        </p:txBody>
      </p:sp>
      <p:grpSp>
        <p:nvGrpSpPr>
          <p:cNvPr id="6" name="Group 5"/>
          <p:cNvGrpSpPr/>
          <p:nvPr/>
        </p:nvGrpSpPr>
        <p:grpSpPr>
          <a:xfrm>
            <a:off x="467360" y="1637030"/>
            <a:ext cx="506095" cy="1088390"/>
            <a:chOff x="1063" y="2494"/>
            <a:chExt cx="797" cy="1714"/>
          </a:xfrm>
        </p:grpSpPr>
        <p:sp>
          <p:nvSpPr>
            <p:cNvPr id="7" name="Google Shape;814;p13"/>
            <p:cNvSpPr txBox="1"/>
            <p:nvPr/>
          </p:nvSpPr>
          <p:spPr>
            <a:xfrm>
              <a:off x="1063" y="3190"/>
              <a:ext cx="797" cy="101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panose="020B0604020202020204"/>
                <a:buNone/>
              </a:pPr>
              <a:r>
                <a:rPr lang="en-GB" sz="3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3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cxnSp>
          <p:nvCxnSpPr>
            <p:cNvPr id="8" name="Google Shape;815;p13"/>
            <p:cNvCxnSpPr>
              <a:endCxn id="7" idx="0"/>
            </p:cNvCxnSpPr>
            <p:nvPr/>
          </p:nvCxnSpPr>
          <p:spPr>
            <a:xfrm>
              <a:off x="1462" y="2494"/>
              <a:ext cx="0" cy="695"/>
            </a:xfrm>
            <a:prstGeom prst="straightConnector1">
              <a:avLst/>
            </a:prstGeom>
            <a:noFill/>
            <a:ln w="9525" cap="flat" cmpd="sng">
              <a:solidFill>
                <a:schemeClr val="accent4"/>
              </a:solidFill>
              <a:prstDash val="solid"/>
              <a:round/>
              <a:headEnd type="none" w="sm" len="sm"/>
              <a:tailEnd type="none" w="sm" len="sm"/>
            </a:ln>
          </p:spPr>
        </p:cxnSp>
      </p:grpSp>
      <p:sp>
        <p:nvSpPr>
          <p:cNvPr id="3" name="CuadroTexto 2"/>
          <p:cNvSpPr txBox="1"/>
          <p:nvPr/>
        </p:nvSpPr>
        <p:spPr>
          <a:xfrm>
            <a:off x="4293393" y="4098290"/>
            <a:ext cx="4572000" cy="738664"/>
          </a:xfrm>
          <a:prstGeom prst="rect">
            <a:avLst/>
          </a:prstGeom>
          <a:noFill/>
        </p:spPr>
        <p:txBody>
          <a:bodyPr wrap="square">
            <a:spAutoFit/>
          </a:bodyPr>
          <a:lstStyle/>
          <a:p>
            <a:pPr marL="0" marR="0" lvl="0" indent="0" algn="r" rtl="0">
              <a:lnSpc>
                <a:spcPct val="100000"/>
              </a:lnSpc>
              <a:spcBef>
                <a:spcPts val="0"/>
              </a:spcBef>
              <a:spcAft>
                <a:spcPts val="0"/>
              </a:spcAft>
              <a:buClr>
                <a:schemeClr val="dk2"/>
              </a:buClr>
              <a:buSzPts val="2800"/>
              <a:buFont typeface="Fira Code" panose="020B0604020202020204"/>
              <a:buNone/>
            </a:pPr>
            <a:r>
              <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4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a:p>
            <a:pPr marL="0" marR="0" lvl="0" indent="0" algn="r" rtl="0">
              <a:lnSpc>
                <a:spcPct val="100000"/>
              </a:lnSpc>
              <a:spcBef>
                <a:spcPts val="0"/>
              </a:spcBef>
              <a:spcAft>
                <a:spcPts val="0"/>
              </a:spcAft>
              <a:buClr>
                <a:schemeClr val="dk2"/>
              </a:buClr>
              <a:buSzPts val="2800"/>
              <a:buFont typeface="Fira Code" panose="020B0604020202020204"/>
              <a:buNone/>
            </a:pPr>
            <a:r>
              <a:rPr lang="en-GB" dirty="0">
                <a:solidFill>
                  <a:schemeClr val="accent3"/>
                </a:solidFill>
                <a:latin typeface="Fira Code" panose="020B0604020202020204"/>
                <a:ea typeface="Fira Code" panose="020B0604020202020204"/>
                <a:cs typeface="Fira Code" panose="020B0604020202020204"/>
                <a:sym typeface="Fira Code" panose="020B0604020202020204"/>
              </a:rPr>
              <a:t>Tec. En Desarrollo de Software </a:t>
            </a:r>
            <a:r>
              <a:rPr lang="en-GB" dirty="0" err="1">
                <a:solidFill>
                  <a:schemeClr val="accent3"/>
                </a:solidFill>
                <a:latin typeface="Fira Code" panose="020B0604020202020204"/>
                <a:ea typeface="Fira Code" panose="020B0604020202020204"/>
                <a:cs typeface="Fira Code" panose="020B0604020202020204"/>
                <a:sym typeface="Fira Code" panose="020B0604020202020204"/>
              </a:rPr>
              <a:t>Multiplataforma</a:t>
            </a:r>
            <a:endPar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8"/>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a:t>CONTENIDOS DE LA CLASE</a:t>
            </a:r>
            <a:r>
              <a:rPr lang="en-GB">
                <a:solidFill>
                  <a:schemeClr val="accent2"/>
                </a:solidFill>
              </a:rPr>
              <a:t> </a:t>
            </a:r>
            <a:r>
              <a:rPr lang="en-GB">
                <a:solidFill>
                  <a:schemeClr val="accent6"/>
                </a:solidFill>
              </a:rPr>
              <a:t>{</a:t>
            </a:r>
            <a:endParaRPr>
              <a:solidFill>
                <a:schemeClr val="accent6"/>
              </a:solidFill>
            </a:endParaRPr>
          </a:p>
        </p:txBody>
      </p:sp>
      <p:sp>
        <p:nvSpPr>
          <p:cNvPr id="635" name="Google Shape;635;p8"/>
          <p:cNvSpPr txBox="1"/>
          <p:nvPr/>
        </p:nvSpPr>
        <p:spPr>
          <a:xfrm>
            <a:off x="1084825" y="3954425"/>
            <a:ext cx="5061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640" name="Google Shape;640;p8"/>
          <p:cNvSpPr txBox="1"/>
          <p:nvPr/>
        </p:nvSpPr>
        <p:spPr>
          <a:xfrm>
            <a:off x="2484120" y="2568575"/>
            <a:ext cx="6634480" cy="584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sz="2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rPr>
              <a:t>Conexión a Base de Datos SQL </a:t>
            </a:r>
          </a:p>
          <a:p>
            <a:pPr marL="0" marR="0" lvl="0" indent="0" algn="l" rtl="0">
              <a:lnSpc>
                <a:spcPct val="100000"/>
              </a:lnSpc>
              <a:spcBef>
                <a:spcPts val="0"/>
              </a:spcBef>
              <a:spcAft>
                <a:spcPts val="0"/>
              </a:spcAft>
              <a:buClr>
                <a:srgbClr val="000000"/>
              </a:buClr>
              <a:buSzPts val="2000"/>
              <a:buFont typeface="Arial" panose="020B0604020202020204"/>
              <a:buNone/>
            </a:pPr>
            <a:r>
              <a:rPr sz="2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rPr>
              <a:t>usando Sequelize</a:t>
            </a:r>
          </a:p>
        </p:txBody>
      </p:sp>
      <p:cxnSp>
        <p:nvCxnSpPr>
          <p:cNvPr id="647" name="Google Shape;647;p8"/>
          <p:cNvCxnSpPr/>
          <p:nvPr/>
        </p:nvCxnSpPr>
        <p:spPr>
          <a:xfrm flipH="1">
            <a:off x="1337945" y="1131570"/>
            <a:ext cx="1270" cy="1728470"/>
          </a:xfrm>
          <a:prstGeom prst="straightConnector1">
            <a:avLst/>
          </a:prstGeom>
          <a:noFill/>
          <a:ln w="9525" cap="flat" cmpd="sng">
            <a:solidFill>
              <a:schemeClr val="accent4"/>
            </a:solidFill>
            <a:prstDash val="solid"/>
            <a:round/>
            <a:headEnd type="none" w="sm" len="sm"/>
            <a:tailEnd type="none" w="sm" len="sm"/>
          </a:ln>
        </p:spPr>
      </p:cxn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651" name="Google Shape;651;p8"/>
          <p:cNvCxnSpPr/>
          <p:nvPr/>
        </p:nvCxnSpPr>
        <p:spPr>
          <a:xfrm>
            <a:off x="1339145" y="2860333"/>
            <a:ext cx="1152000" cy="0"/>
          </a:xfrm>
          <a:prstGeom prst="straightConnector1">
            <a:avLst/>
          </a:prstGeom>
          <a:noFill/>
          <a:ln w="9525" cap="flat" cmpd="sng">
            <a:solidFill>
              <a:schemeClr val="accent4"/>
            </a:solidFill>
            <a:prstDash val="solid"/>
            <a:round/>
            <a:headEnd type="none" w="sm" len="sm"/>
            <a:tailEnd type="none" w="sm" len="sm"/>
          </a:ln>
        </p:spPr>
      </p:cxn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8"/>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MX" altLang="es-AR"/>
              <a:t>OBJETIVOS</a:t>
            </a:r>
            <a:r>
              <a:rPr lang="en-GB">
                <a:solidFill>
                  <a:schemeClr val="accent2"/>
                </a:solidFill>
              </a:rPr>
              <a:t> </a:t>
            </a:r>
            <a:r>
              <a:rPr lang="en-GB">
                <a:solidFill>
                  <a:schemeClr val="accent6"/>
                </a:solidFill>
              </a:rPr>
              <a:t>{</a:t>
            </a:r>
            <a:endParaRPr>
              <a:solidFill>
                <a:schemeClr val="accent6"/>
              </a:solidFill>
            </a:endParaRPr>
          </a:p>
        </p:txBody>
      </p:sp>
      <p:sp>
        <p:nvSpPr>
          <p:cNvPr id="635" name="Google Shape;635;p8"/>
          <p:cNvSpPr txBox="1"/>
          <p:nvPr/>
        </p:nvSpPr>
        <p:spPr>
          <a:xfrm>
            <a:off x="1084825" y="3954425"/>
            <a:ext cx="5061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638" name="Google Shape;638;p8"/>
          <p:cNvSpPr txBox="1"/>
          <p:nvPr/>
        </p:nvSpPr>
        <p:spPr>
          <a:xfrm>
            <a:off x="2078990" y="1708150"/>
            <a:ext cx="7061200" cy="584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s-AR" altLang="en-GB" sz="16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Aprender a manipular una base de datos desde NodeJS</a:t>
            </a:r>
          </a:p>
        </p:txBody>
      </p:sp>
      <p:sp>
        <p:nvSpPr>
          <p:cNvPr id="640" name="Google Shape;640;p8"/>
          <p:cNvSpPr txBox="1"/>
          <p:nvPr/>
        </p:nvSpPr>
        <p:spPr>
          <a:xfrm>
            <a:off x="2484120" y="2568575"/>
            <a:ext cx="6634480" cy="584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s-AR" altLang="en-GB" sz="16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Entender la importancia de la persistencia de los datos</a:t>
            </a:r>
          </a:p>
        </p:txBody>
      </p:sp>
      <p:cxnSp>
        <p:nvCxnSpPr>
          <p:cNvPr id="647" name="Google Shape;647;p8"/>
          <p:cNvCxnSpPr/>
          <p:nvPr/>
        </p:nvCxnSpPr>
        <p:spPr>
          <a:xfrm flipH="1">
            <a:off x="1331595" y="1131570"/>
            <a:ext cx="7620" cy="1728470"/>
          </a:xfrm>
          <a:prstGeom prst="straightConnector1">
            <a:avLst/>
          </a:prstGeom>
          <a:noFill/>
          <a:ln w="9525" cap="flat" cmpd="sng">
            <a:solidFill>
              <a:schemeClr val="accent4"/>
            </a:solidFill>
            <a:prstDash val="solid"/>
            <a:round/>
            <a:headEnd type="none" w="sm" len="sm"/>
            <a:tailEnd type="none" w="sm" len="sm"/>
          </a:ln>
        </p:spPr>
      </p:cxnSp>
      <p:cxnSp>
        <p:nvCxnSpPr>
          <p:cNvPr id="649" name="Google Shape;649;p8"/>
          <p:cNvCxnSpPr/>
          <p:nvPr/>
        </p:nvCxnSpPr>
        <p:spPr>
          <a:xfrm>
            <a:off x="1341685" y="1991085"/>
            <a:ext cx="698400" cy="0"/>
          </a:xfrm>
          <a:prstGeom prst="straightConnector1">
            <a:avLst/>
          </a:prstGeom>
          <a:noFill/>
          <a:ln w="9525" cap="flat" cmpd="sng">
            <a:solidFill>
              <a:schemeClr val="accent4"/>
            </a:solidFill>
            <a:prstDash val="solid"/>
            <a:round/>
            <a:headEnd type="none" w="sm" len="sm"/>
            <a:tailEnd type="none" w="sm" len="sm"/>
          </a:ln>
        </p:spPr>
      </p:cxn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651" name="Google Shape;651;p8"/>
          <p:cNvCxnSpPr/>
          <p:nvPr/>
        </p:nvCxnSpPr>
        <p:spPr>
          <a:xfrm>
            <a:off x="1341685" y="2858428"/>
            <a:ext cx="1152000" cy="0"/>
          </a:xfrm>
          <a:prstGeom prst="straightConnector1">
            <a:avLst/>
          </a:prstGeom>
          <a:noFill/>
          <a:ln w="9525" cap="flat" cmpd="sng">
            <a:solidFill>
              <a:schemeClr val="accent4"/>
            </a:solidFill>
            <a:prstDash val="solid"/>
            <a:round/>
            <a:headEnd type="none" w="sm" len="sm"/>
            <a:tailEnd type="none" w="sm" len="sm"/>
          </a:ln>
        </p:spPr>
      </p:cxn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9" name="Google Shape;489;p3"/>
          <p:cNvSpPr txBox="1">
            <a:spLocks noGrp="1"/>
          </p:cNvSpPr>
          <p:nvPr>
            <p:ph type="title" idx="9"/>
          </p:nvPr>
        </p:nvSpPr>
        <p:spPr>
          <a:xfrm>
            <a:off x="1043305" y="699770"/>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sz="2000"/>
              <a:t> </a:t>
            </a:r>
            <a:r>
              <a:rPr lang="en-GB" sz="2000">
                <a:solidFill>
                  <a:schemeClr val="accent6"/>
                </a:solidFill>
              </a:rPr>
              <a:t>{</a:t>
            </a:r>
            <a:endParaRPr sz="2000">
              <a:solidFill>
                <a:schemeClr val="accent6"/>
              </a:solidFill>
            </a:endParaRPr>
          </a:p>
        </p:txBody>
      </p:sp>
      <p:grpSp>
        <p:nvGrpSpPr>
          <p:cNvPr id="490" name="Google Shape;490;p3"/>
          <p:cNvGrpSpPr/>
          <p:nvPr/>
        </p:nvGrpSpPr>
        <p:grpSpPr>
          <a:xfrm>
            <a:off x="1084825" y="1168950"/>
            <a:ext cx="506100" cy="3336020"/>
            <a:chOff x="1084825" y="1168950"/>
            <a:chExt cx="506100" cy="3336020"/>
          </a:xfrm>
        </p:grpSpPr>
        <p:sp>
          <p:nvSpPr>
            <p:cNvPr id="491" name="Google Shape;491;p3"/>
            <p:cNvSpPr txBox="1"/>
            <p:nvPr/>
          </p:nvSpPr>
          <p:spPr>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4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p>
          </p:txBody>
        </p:sp>
        <p:cxnSp>
          <p:nvCxnSpPr>
            <p:cNvPr id="492" name="Google Shape;492;p3"/>
            <p:cNvCxnSpPr/>
            <p:nvPr/>
          </p:nvCxnSpPr>
          <p:spPr>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471" name="Google Shape;471;p2"/>
          <p:cNvSpPr txBox="1"/>
          <p:nvPr/>
        </p:nvSpPr>
        <p:spPr>
          <a:xfrm>
            <a:off x="1907540" y="1896745"/>
            <a:ext cx="6356985" cy="130873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2400"/>
              <a:t>[</a:t>
            </a:r>
            <a:r>
              <a:rPr lang="es-MX" altLang="es-AR" sz="2400"/>
              <a:t> </a:t>
            </a:r>
            <a:r>
              <a:rPr lang="es-AR" altLang="en-GB" sz="2400"/>
              <a:t>Conexión a Base de Datos SQL </a:t>
            </a:r>
          </a:p>
          <a:p>
            <a:pPr marL="0" lvl="0" indent="0" algn="ctr" rtl="0">
              <a:lnSpc>
                <a:spcPct val="100000"/>
              </a:lnSpc>
              <a:spcBef>
                <a:spcPts val="0"/>
              </a:spcBef>
              <a:spcAft>
                <a:spcPts val="0"/>
              </a:spcAft>
              <a:buSzPts val="2800"/>
              <a:buNone/>
            </a:pPr>
            <a:r>
              <a:rPr lang="es-AR" altLang="en-GB" sz="2400"/>
              <a:t>usando Sequelize</a:t>
            </a:r>
            <a:r>
              <a:rPr lang="es-MX" altLang="es-AR" sz="2400"/>
              <a:t> </a:t>
            </a:r>
            <a:r>
              <a:rPr lang="es-AR" altLang="en-GB" sz="2400"/>
              <a:t>]</a:t>
            </a:r>
            <a:r>
              <a:rPr lang="es-AR" altLang="en-GB" sz="2400">
                <a:sym typeface="+mn-ea"/>
              </a:rPr>
              <a:t> </a:t>
            </a:r>
            <a:r>
              <a:rPr lang="es-AR" altLang="en-GB" sz="2400">
                <a:solidFill>
                  <a:schemeClr val="accent2"/>
                </a:solidFill>
              </a:rPr>
              <a:t> </a:t>
            </a: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a:t>¿</a:t>
            </a:r>
            <a:r>
              <a:rPr lang="es-MX" altLang="es-AR" sz="2000" dirty="0"/>
              <a:t>Q</a:t>
            </a:r>
            <a:r>
              <a:rPr lang="es-AR" sz="2000" dirty="0" err="1"/>
              <a:t>ué</a:t>
            </a:r>
            <a:r>
              <a:rPr lang="es-AR" sz="2000" dirty="0"/>
              <a:t> </a:t>
            </a:r>
            <a:r>
              <a:rPr lang="es-MX" altLang="es-AR" sz="2000" dirty="0"/>
              <a:t>es la persistencia de datos</a:t>
            </a:r>
            <a:r>
              <a:rPr lang="es-AR" sz="2000" dirty="0"/>
              <a:t>?</a:t>
            </a:r>
            <a:r>
              <a:rPr lang="es-MX" altLang="es-AR" sz="2000" dirty="0"/>
              <a:t> </a:t>
            </a:r>
            <a:r>
              <a:rPr lang="en-GB" sz="2000" dirty="0">
                <a:solidFill>
                  <a:schemeClr val="accent3"/>
                </a:solidFill>
              </a:rPr>
              <a:t>{</a:t>
            </a:r>
            <a:endParaRPr sz="2000" dirty="0">
              <a:solidFill>
                <a:schemeClr val="accent3"/>
              </a:solidFill>
            </a:endParaRPr>
          </a:p>
        </p:txBody>
      </p:sp>
      <p:sp>
        <p:nvSpPr>
          <p:cNvPr id="459" name="Google Shape;459;p1"/>
          <p:cNvSpPr txBox="1">
            <a:spLocks noGrp="1"/>
          </p:cNvSpPr>
          <p:nvPr>
            <p:ph type="subTitle" idx="1"/>
          </p:nvPr>
        </p:nvSpPr>
        <p:spPr>
          <a:xfrm>
            <a:off x="2051685" y="1215390"/>
            <a:ext cx="6202680" cy="350329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 La </a:t>
            </a:r>
            <a:r>
              <a:rPr lang="en-GB" sz="1400" dirty="0" err="1"/>
              <a:t>persistencia</a:t>
            </a:r>
            <a:r>
              <a:rPr lang="en-GB" sz="1400" dirty="0"/>
              <a:t> de </a:t>
            </a:r>
            <a:r>
              <a:rPr lang="en-GB" sz="1400" dirty="0" err="1"/>
              <a:t>datos</a:t>
            </a:r>
            <a:r>
              <a:rPr lang="en-GB" sz="1400" dirty="0"/>
              <a:t> </a:t>
            </a:r>
            <a:r>
              <a:rPr lang="en-GB" sz="1400" dirty="0" err="1"/>
              <a:t>es</a:t>
            </a:r>
            <a:r>
              <a:rPr lang="en-GB" sz="1400" dirty="0"/>
              <a:t> la </a:t>
            </a:r>
            <a:r>
              <a:rPr lang="en-GB" sz="1400" dirty="0" err="1"/>
              <a:t>capacidad</a:t>
            </a:r>
            <a:r>
              <a:rPr lang="en-GB" sz="1400" dirty="0"/>
              <a:t> de </a:t>
            </a:r>
            <a:r>
              <a:rPr lang="en-GB" sz="1400" dirty="0" err="1"/>
              <a:t>una</a:t>
            </a:r>
            <a:r>
              <a:rPr lang="en-GB" sz="1400" dirty="0"/>
              <a:t> </a:t>
            </a:r>
            <a:r>
              <a:rPr lang="en-GB" sz="1400" dirty="0" err="1"/>
              <a:t>aplicación</a:t>
            </a:r>
            <a:r>
              <a:rPr lang="en-GB" sz="1400" dirty="0"/>
              <a:t> o </a:t>
            </a:r>
            <a:r>
              <a:rPr lang="en-GB" sz="1400" dirty="0" err="1"/>
              <a:t>sistema</a:t>
            </a:r>
            <a:r>
              <a:rPr lang="en-GB" sz="1400" dirty="0"/>
              <a:t> </a:t>
            </a:r>
            <a:r>
              <a:rPr lang="en-GB" sz="1400" dirty="0" err="1"/>
              <a:t>informático</a:t>
            </a:r>
            <a:r>
              <a:rPr lang="en-GB" sz="1400" dirty="0"/>
              <a:t> para </a:t>
            </a:r>
            <a:r>
              <a:rPr lang="en-GB" sz="1400" dirty="0" err="1"/>
              <a:t>almacenar</a:t>
            </a:r>
            <a:r>
              <a:rPr lang="en-GB" sz="1400" dirty="0"/>
              <a:t> </a:t>
            </a:r>
            <a:r>
              <a:rPr lang="en-GB" sz="1400" dirty="0" err="1"/>
              <a:t>datos</a:t>
            </a:r>
            <a:r>
              <a:rPr lang="en-GB" sz="1400" dirty="0"/>
              <a:t> de </a:t>
            </a:r>
            <a:r>
              <a:rPr lang="en-GB" sz="1400" dirty="0" err="1"/>
              <a:t>manera</a:t>
            </a:r>
            <a:r>
              <a:rPr lang="en-GB" sz="1400" dirty="0"/>
              <a:t> </a:t>
            </a:r>
            <a:r>
              <a:rPr lang="en-GB" sz="1400" dirty="0" err="1"/>
              <a:t>duradera</a:t>
            </a:r>
            <a:r>
              <a:rPr lang="en-GB" sz="1400" dirty="0"/>
              <a:t> y </a:t>
            </a:r>
            <a:r>
              <a:rPr lang="en-GB" sz="1400" dirty="0" err="1"/>
              <a:t>accesible</a:t>
            </a:r>
            <a:r>
              <a:rPr lang="en-GB" sz="1400" dirty="0"/>
              <a:t>, </a:t>
            </a:r>
            <a:r>
              <a:rPr lang="en-GB" sz="1400" dirty="0" err="1"/>
              <a:t>incluso</a:t>
            </a:r>
            <a:r>
              <a:rPr lang="en-GB" sz="1400" dirty="0"/>
              <a:t> </a:t>
            </a:r>
            <a:r>
              <a:rPr lang="en-GB" sz="1400" dirty="0" err="1"/>
              <a:t>después</a:t>
            </a:r>
            <a:r>
              <a:rPr lang="en-GB" sz="1400" dirty="0"/>
              <a:t> de </a:t>
            </a:r>
            <a:r>
              <a:rPr lang="en-GB" sz="1400" dirty="0" err="1"/>
              <a:t>que</a:t>
            </a:r>
            <a:r>
              <a:rPr lang="en-GB" sz="1400" dirty="0"/>
              <a:t> el </a:t>
            </a:r>
            <a:r>
              <a:rPr lang="en-GB" sz="1400" dirty="0" err="1"/>
              <a:t>sistema</a:t>
            </a:r>
            <a:r>
              <a:rPr lang="en-GB" sz="1400" dirty="0"/>
              <a:t> se </a:t>
            </a:r>
            <a:r>
              <a:rPr lang="en-GB" sz="1400" dirty="0" err="1"/>
              <a:t>apague</a:t>
            </a:r>
            <a:r>
              <a:rPr lang="en-GB" sz="1400" dirty="0"/>
              <a:t> o se </a:t>
            </a:r>
            <a:r>
              <a:rPr lang="en-GB" sz="1400" dirty="0" err="1"/>
              <a:t>reinicie</a:t>
            </a:r>
            <a:r>
              <a:rPr lang="en-GB" sz="1400" dirty="0"/>
              <a:t>. En </a:t>
            </a:r>
            <a:r>
              <a:rPr lang="en-GB" sz="1400" dirty="0" err="1"/>
              <a:t>otras</a:t>
            </a:r>
            <a:r>
              <a:rPr lang="en-GB" sz="1400" dirty="0"/>
              <a:t> </a:t>
            </a:r>
            <a:r>
              <a:rPr lang="en-GB" sz="1400" dirty="0" err="1"/>
              <a:t>palabras</a:t>
            </a:r>
            <a:r>
              <a:rPr lang="en-GB" sz="1400" dirty="0"/>
              <a:t>, la </a:t>
            </a:r>
            <a:r>
              <a:rPr lang="en-GB" sz="1400" dirty="0" err="1"/>
              <a:t>persistencia</a:t>
            </a:r>
            <a:r>
              <a:rPr lang="en-GB" sz="1400" dirty="0"/>
              <a:t> de </a:t>
            </a:r>
            <a:r>
              <a:rPr lang="en-GB" sz="1400" dirty="0" err="1"/>
              <a:t>datos</a:t>
            </a:r>
            <a:r>
              <a:rPr lang="en-GB" sz="1400" dirty="0"/>
              <a:t> se </a:t>
            </a:r>
            <a:r>
              <a:rPr lang="en-GB" sz="1400" dirty="0" err="1"/>
              <a:t>refiere</a:t>
            </a:r>
            <a:r>
              <a:rPr lang="en-GB" sz="1400" dirty="0"/>
              <a:t> a la </a:t>
            </a:r>
            <a:r>
              <a:rPr lang="en-GB" sz="1400" dirty="0" err="1"/>
              <a:t>capacidad</a:t>
            </a:r>
            <a:r>
              <a:rPr lang="en-GB" sz="1400" dirty="0"/>
              <a:t> de los </a:t>
            </a:r>
            <a:r>
              <a:rPr lang="en-GB" sz="1400" dirty="0" err="1"/>
              <a:t>datos</a:t>
            </a:r>
            <a:r>
              <a:rPr lang="en-GB" sz="1400" dirty="0"/>
              <a:t> para </a:t>
            </a:r>
            <a:r>
              <a:rPr lang="en-GB" sz="1400" dirty="0" err="1"/>
              <a:t>sobrevivir</a:t>
            </a:r>
            <a:r>
              <a:rPr lang="en-GB" sz="1400" dirty="0"/>
              <a:t> </a:t>
            </a:r>
            <a:r>
              <a:rPr lang="en-GB" sz="1400" dirty="0" err="1"/>
              <a:t>más</a:t>
            </a:r>
            <a:r>
              <a:rPr lang="en-GB" sz="1400" dirty="0"/>
              <a:t> </a:t>
            </a:r>
            <a:r>
              <a:rPr lang="en-GB" sz="1400" dirty="0" err="1"/>
              <a:t>allá</a:t>
            </a:r>
            <a:r>
              <a:rPr lang="en-GB" sz="1400" dirty="0"/>
              <a:t> de la </a:t>
            </a:r>
            <a:r>
              <a:rPr lang="en-GB" sz="1400" dirty="0" err="1"/>
              <a:t>sesión</a:t>
            </a:r>
            <a:r>
              <a:rPr lang="en-GB" sz="1400" dirty="0"/>
              <a:t> actual de la </a:t>
            </a:r>
            <a:r>
              <a:rPr lang="en-GB" sz="1400" dirty="0" err="1"/>
              <a:t>aplicación</a:t>
            </a:r>
            <a:r>
              <a:rPr lang="en-GB" sz="1400" dirty="0"/>
              <a:t>.</a:t>
            </a:r>
          </a:p>
          <a:p>
            <a:pPr marL="0" lvl="0" indent="0" algn="l" rtl="0">
              <a:lnSpc>
                <a:spcPct val="100000"/>
              </a:lnSpc>
              <a:spcBef>
                <a:spcPts val="0"/>
              </a:spcBef>
              <a:spcAft>
                <a:spcPts val="0"/>
              </a:spcAft>
              <a:buSzPts val="2800"/>
              <a:buNone/>
            </a:pPr>
            <a:endParaRPr lang="en-GB" sz="1400" dirty="0"/>
          </a:p>
          <a:p>
            <a:pPr marL="0" lvl="0" indent="0" algn="l" rtl="0">
              <a:lnSpc>
                <a:spcPct val="100000"/>
              </a:lnSpc>
              <a:spcBef>
                <a:spcPts val="0"/>
              </a:spcBef>
              <a:spcAft>
                <a:spcPts val="0"/>
              </a:spcAft>
              <a:buSzPts val="2800"/>
              <a:buNone/>
            </a:pPr>
            <a:r>
              <a:rPr lang="es-MX" sz="1400" dirty="0"/>
              <a:t>La persistencia de datos es un requisito importante para la mayoría de las aplicaciones, ya que permite que los datos se almacenen y recuperen de forma fiable. Sin ella, cualquier información que se almacene en una aplicación se perderá cada vez que se cierre o se reinicie, lo que puede provocar la pérdida de información </a:t>
            </a:r>
            <a:r>
              <a:rPr lang="es-MX" sz="1600" dirty="0"/>
              <a:t>crítica. </a:t>
            </a:r>
            <a:r>
              <a:rPr lang="es-AR" sz="1600" dirty="0">
                <a:sym typeface="+mn-ea"/>
              </a:rPr>
              <a:t> &gt;</a:t>
            </a:r>
            <a:endParaRPr sz="1600" dirty="0"/>
          </a:p>
          <a:p>
            <a:pPr marL="0" lvl="0" indent="0" algn="l" rtl="0">
              <a:lnSpc>
                <a:spcPct val="100000"/>
              </a:lnSpc>
              <a:spcBef>
                <a:spcPts val="0"/>
              </a:spcBef>
              <a:spcAft>
                <a:spcPts val="0"/>
              </a:spcAft>
              <a:buSzPts val="2800"/>
              <a:buNone/>
            </a:pPr>
            <a:endParaRPr sz="1600" dirty="0"/>
          </a:p>
          <a:p>
            <a:pPr marL="0" lvl="0" indent="0" algn="l" rtl="0">
              <a:lnSpc>
                <a:spcPct val="100000"/>
              </a:lnSpc>
              <a:spcBef>
                <a:spcPts val="0"/>
              </a:spcBef>
              <a:spcAft>
                <a:spcPts val="0"/>
              </a:spcAft>
              <a:buSzPts val="2800"/>
              <a:buNone/>
            </a:pPr>
            <a:endParaRPr lang="en-GB" sz="16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65" name="Google Shape;465;p1"/>
          <p:cNvSpPr txBox="1">
            <a:spLocks noGrp="1"/>
          </p:cNvSpPr>
          <p:nvPr>
            <p:ph type="subTitle" idx="1"/>
          </p:nvPr>
        </p:nvSpPr>
        <p:spPr>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t>¿</a:t>
            </a:r>
            <a:r>
              <a:rPr lang="es-MX" altLang="es-AR" sz="2000"/>
              <a:t>Q</a:t>
            </a:r>
            <a:r>
              <a:rPr lang="es-AR" sz="2000"/>
              <a:t>ué son las bases de datos?</a:t>
            </a:r>
            <a:r>
              <a:rPr lang="es-MX" altLang="es-AR" sz="2000"/>
              <a:t>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2024791" y="1323395"/>
            <a:ext cx="6202680" cy="199263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 </a:t>
            </a:r>
            <a:r>
              <a:rPr sz="1400" dirty="0"/>
              <a:t>Las bases de </a:t>
            </a:r>
            <a:r>
              <a:rPr sz="1400" dirty="0" err="1"/>
              <a:t>datos</a:t>
            </a:r>
            <a:r>
              <a:rPr sz="1400" dirty="0"/>
              <a:t> son </a:t>
            </a:r>
            <a:r>
              <a:rPr sz="1400" dirty="0" err="1"/>
              <a:t>colecciones</a:t>
            </a:r>
            <a:r>
              <a:rPr sz="1400" dirty="0"/>
              <a:t> </a:t>
            </a:r>
            <a:r>
              <a:rPr sz="1400" dirty="0" err="1"/>
              <a:t>organizadas</a:t>
            </a:r>
            <a:r>
              <a:rPr sz="1400" dirty="0"/>
              <a:t> de </a:t>
            </a:r>
            <a:r>
              <a:rPr sz="1400" dirty="0" err="1"/>
              <a:t>información</a:t>
            </a:r>
            <a:r>
              <a:rPr sz="1400" dirty="0"/>
              <a:t> </a:t>
            </a:r>
            <a:r>
              <a:rPr sz="1400" dirty="0" err="1"/>
              <a:t>que</a:t>
            </a:r>
            <a:r>
              <a:rPr sz="1400" dirty="0"/>
              <a:t> se </a:t>
            </a:r>
            <a:r>
              <a:rPr sz="1400" dirty="0" err="1"/>
              <a:t>almacenan</a:t>
            </a:r>
            <a:r>
              <a:rPr sz="1400" dirty="0"/>
              <a:t> en un </a:t>
            </a:r>
            <a:r>
              <a:rPr sz="1400" dirty="0" err="1"/>
              <a:t>sistema</a:t>
            </a:r>
            <a:r>
              <a:rPr sz="1400" dirty="0"/>
              <a:t> </a:t>
            </a:r>
            <a:r>
              <a:rPr sz="1400" dirty="0" err="1"/>
              <a:t>informático</a:t>
            </a:r>
            <a:r>
              <a:rPr sz="1400" dirty="0"/>
              <a:t>. </a:t>
            </a:r>
            <a:r>
              <a:rPr sz="1400" dirty="0" err="1"/>
              <a:t>Estas</a:t>
            </a:r>
            <a:r>
              <a:rPr sz="1400" dirty="0"/>
              <a:t> bases de </a:t>
            </a:r>
            <a:r>
              <a:rPr sz="1400" dirty="0" err="1"/>
              <a:t>datos</a:t>
            </a:r>
            <a:r>
              <a:rPr sz="1400" dirty="0"/>
              <a:t> se </a:t>
            </a:r>
            <a:r>
              <a:rPr sz="1400" dirty="0" err="1"/>
              <a:t>utilizan</a:t>
            </a:r>
            <a:r>
              <a:rPr sz="1400" dirty="0"/>
              <a:t> para </a:t>
            </a:r>
            <a:r>
              <a:rPr sz="1400" dirty="0" err="1"/>
              <a:t>almacenar</a:t>
            </a:r>
            <a:r>
              <a:rPr sz="1400" dirty="0"/>
              <a:t>, </a:t>
            </a:r>
            <a:r>
              <a:rPr sz="1400" dirty="0" err="1"/>
              <a:t>organizar</a:t>
            </a:r>
            <a:r>
              <a:rPr sz="1400" dirty="0"/>
              <a:t>, </a:t>
            </a:r>
            <a:r>
              <a:rPr sz="1400" dirty="0" err="1"/>
              <a:t>recuperar</a:t>
            </a:r>
            <a:r>
              <a:rPr sz="1400" dirty="0"/>
              <a:t> y </a:t>
            </a:r>
            <a:r>
              <a:rPr sz="1400" dirty="0" err="1"/>
              <a:t>administrar</a:t>
            </a:r>
            <a:r>
              <a:rPr sz="1400" dirty="0"/>
              <a:t> </a:t>
            </a:r>
            <a:r>
              <a:rPr sz="1400" dirty="0" err="1"/>
              <a:t>datos</a:t>
            </a:r>
            <a:r>
              <a:rPr sz="1400" dirty="0"/>
              <a:t> de </a:t>
            </a:r>
            <a:r>
              <a:rPr sz="1400" dirty="0" err="1"/>
              <a:t>manera</a:t>
            </a:r>
            <a:r>
              <a:rPr sz="1400" dirty="0"/>
              <a:t> </a:t>
            </a:r>
            <a:r>
              <a:rPr sz="1400" dirty="0" err="1"/>
              <a:t>eficiente</a:t>
            </a:r>
            <a:r>
              <a:rPr sz="1400" dirty="0"/>
              <a:t> y </a:t>
            </a:r>
            <a:r>
              <a:rPr sz="1400" dirty="0" err="1"/>
              <a:t>confiable</a:t>
            </a:r>
            <a:r>
              <a:rPr sz="1400" dirty="0"/>
              <a:t>.</a:t>
            </a:r>
            <a:r>
              <a:rPr lang="es-MX" sz="1400" dirty="0"/>
              <a:t> Son una opción popular para la persistencia de datos, ya que proporcionan una forma estructurada y escalable de almacenar grandes cantidades de información.</a:t>
            </a:r>
            <a:r>
              <a:rPr lang="es-AR" sz="1400" dirty="0">
                <a:sym typeface="+mn-ea"/>
              </a:rPr>
              <a:t> &gt;</a:t>
            </a:r>
            <a:endParaRPr sz="1400" dirty="0"/>
          </a:p>
          <a:p>
            <a:pPr marL="0" lvl="0" indent="0" algn="l" rtl="0">
              <a:lnSpc>
                <a:spcPct val="100000"/>
              </a:lnSpc>
              <a:spcBef>
                <a:spcPts val="0"/>
              </a:spcBef>
              <a:spcAft>
                <a:spcPts val="0"/>
              </a:spcAft>
              <a:buSzPts val="2800"/>
              <a:buNone/>
            </a:pPr>
            <a:endParaRPr sz="1600" dirty="0"/>
          </a:p>
          <a:p>
            <a:pPr marL="0" lvl="0" indent="0" algn="l" rtl="0">
              <a:lnSpc>
                <a:spcPct val="100000"/>
              </a:lnSpc>
              <a:spcBef>
                <a:spcPts val="0"/>
              </a:spcBef>
              <a:spcAft>
                <a:spcPts val="0"/>
              </a:spcAft>
              <a:buSzPts val="2800"/>
              <a:buNone/>
            </a:pPr>
            <a:endParaRPr lang="en-GB" sz="16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pic>
        <p:nvPicPr>
          <p:cNvPr id="3" name="Picture 0" descr="4a998a818b654e7920cb621be08fac07"/>
          <p:cNvPicPr>
            <a:picLocks noChangeAspect="1"/>
          </p:cNvPicPr>
          <p:nvPr/>
        </p:nvPicPr>
        <p:blipFill>
          <a:blip r:embed="rId3"/>
          <a:stretch>
            <a:fillRect/>
          </a:stretch>
        </p:blipFill>
        <p:spPr>
          <a:xfrm>
            <a:off x="4141247" y="2986106"/>
            <a:ext cx="1497554" cy="1497554"/>
          </a:xfrm>
          <a:prstGeom prst="rect">
            <a:avLst/>
          </a:prstGeom>
        </p:spPr>
      </p:pic>
      <p:sp>
        <p:nvSpPr>
          <p:cNvPr id="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7"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MX" sz="2000"/>
              <a:t>¿Qué</a:t>
            </a:r>
            <a:r>
              <a:rPr sz="2000"/>
              <a:t> son las bases de datos relacionales? </a:t>
            </a:r>
            <a:r>
              <a:rPr lang="es-MX" altLang="es-AR" sz="2000"/>
              <a:t>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2170430" y="1131570"/>
            <a:ext cx="6202680" cy="381571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 </a:t>
            </a:r>
            <a:r>
              <a:rPr sz="1400" dirty="0"/>
              <a:t>Las bases de </a:t>
            </a:r>
            <a:r>
              <a:rPr sz="1400" dirty="0" err="1"/>
              <a:t>datos</a:t>
            </a:r>
            <a:r>
              <a:rPr sz="1400" dirty="0"/>
              <a:t> </a:t>
            </a:r>
            <a:r>
              <a:rPr sz="1400" dirty="0" err="1"/>
              <a:t>relacionales</a:t>
            </a:r>
            <a:r>
              <a:rPr sz="1400" dirty="0"/>
              <a:t> se </a:t>
            </a:r>
            <a:r>
              <a:rPr sz="1400" dirty="0" err="1"/>
              <a:t>caracterizan</a:t>
            </a:r>
            <a:r>
              <a:rPr sz="1400" dirty="0"/>
              <a:t> </a:t>
            </a:r>
            <a:r>
              <a:rPr sz="1400" dirty="0" err="1"/>
              <a:t>por</a:t>
            </a:r>
            <a:r>
              <a:rPr sz="1400" dirty="0"/>
              <a:t> </a:t>
            </a:r>
            <a:r>
              <a:rPr sz="1400" dirty="0" err="1"/>
              <a:t>almacenar</a:t>
            </a:r>
            <a:r>
              <a:rPr sz="1400" dirty="0"/>
              <a:t> </a:t>
            </a:r>
            <a:r>
              <a:rPr sz="1400" dirty="0" err="1"/>
              <a:t>datos</a:t>
            </a:r>
            <a:r>
              <a:rPr sz="1400" dirty="0"/>
              <a:t> en </a:t>
            </a:r>
            <a:r>
              <a:rPr sz="1400" dirty="0" err="1"/>
              <a:t>tablas</a:t>
            </a:r>
            <a:r>
              <a:rPr sz="1400" dirty="0"/>
              <a:t> </a:t>
            </a:r>
            <a:r>
              <a:rPr sz="1400" dirty="0" err="1"/>
              <a:t>que</a:t>
            </a:r>
            <a:r>
              <a:rPr sz="1400" dirty="0"/>
              <a:t> se </a:t>
            </a:r>
            <a:r>
              <a:rPr sz="1400" dirty="0" err="1"/>
              <a:t>relacionan</a:t>
            </a:r>
            <a:r>
              <a:rPr sz="1400" dirty="0"/>
              <a:t> entre </a:t>
            </a:r>
            <a:r>
              <a:rPr sz="1400" dirty="0" err="1"/>
              <a:t>sí</a:t>
            </a:r>
            <a:r>
              <a:rPr sz="1400" dirty="0"/>
              <a:t>. </a:t>
            </a:r>
            <a:r>
              <a:rPr sz="1400" dirty="0" err="1"/>
              <a:t>Cada</a:t>
            </a:r>
            <a:r>
              <a:rPr sz="1400" dirty="0"/>
              <a:t> </a:t>
            </a:r>
            <a:r>
              <a:rPr sz="1400" dirty="0" err="1"/>
              <a:t>tabla</a:t>
            </a:r>
            <a:r>
              <a:rPr sz="1400" dirty="0"/>
              <a:t> </a:t>
            </a:r>
            <a:r>
              <a:rPr sz="1400" dirty="0" err="1"/>
              <a:t>representa</a:t>
            </a:r>
            <a:r>
              <a:rPr sz="1400" dirty="0"/>
              <a:t> </a:t>
            </a:r>
            <a:r>
              <a:rPr sz="1400" dirty="0" err="1"/>
              <a:t>una</a:t>
            </a:r>
            <a:r>
              <a:rPr sz="1400" dirty="0"/>
              <a:t> </a:t>
            </a:r>
            <a:r>
              <a:rPr sz="1400" dirty="0" err="1"/>
              <a:t>entidad</a:t>
            </a:r>
            <a:r>
              <a:rPr sz="1400" dirty="0"/>
              <a:t> y </a:t>
            </a:r>
            <a:r>
              <a:rPr sz="1400" dirty="0" err="1"/>
              <a:t>cada</a:t>
            </a:r>
            <a:r>
              <a:rPr sz="1400" dirty="0"/>
              <a:t> </a:t>
            </a:r>
            <a:r>
              <a:rPr sz="1400" dirty="0" err="1"/>
              <a:t>fila</a:t>
            </a:r>
            <a:r>
              <a:rPr sz="1400" dirty="0"/>
              <a:t> de la </a:t>
            </a:r>
            <a:r>
              <a:rPr sz="1400" dirty="0" err="1"/>
              <a:t>tabla</a:t>
            </a:r>
            <a:r>
              <a:rPr sz="1400" dirty="0"/>
              <a:t> </a:t>
            </a:r>
            <a:r>
              <a:rPr sz="1400" dirty="0" err="1"/>
              <a:t>representa</a:t>
            </a:r>
            <a:r>
              <a:rPr sz="1400" dirty="0"/>
              <a:t> </a:t>
            </a:r>
            <a:r>
              <a:rPr sz="1400" dirty="0" err="1"/>
              <a:t>una</a:t>
            </a:r>
            <a:r>
              <a:rPr sz="1400" dirty="0"/>
              <a:t> </a:t>
            </a:r>
            <a:r>
              <a:rPr sz="1400" dirty="0" err="1"/>
              <a:t>instancia</a:t>
            </a:r>
            <a:r>
              <a:rPr sz="1400" dirty="0"/>
              <a:t> o </a:t>
            </a:r>
            <a:r>
              <a:rPr sz="1400" dirty="0" err="1"/>
              <a:t>registro</a:t>
            </a:r>
            <a:r>
              <a:rPr sz="1400" dirty="0"/>
              <a:t> de </a:t>
            </a:r>
            <a:r>
              <a:rPr sz="1400" dirty="0" err="1"/>
              <a:t>esa</a:t>
            </a:r>
            <a:r>
              <a:rPr sz="1400" dirty="0"/>
              <a:t> </a:t>
            </a:r>
            <a:r>
              <a:rPr sz="1400" dirty="0" err="1"/>
              <a:t>entidad</a:t>
            </a:r>
            <a:r>
              <a:rPr sz="1400" dirty="0"/>
              <a:t>.</a:t>
            </a:r>
          </a:p>
          <a:p>
            <a:pPr marL="0" lvl="0" indent="0" algn="l" rtl="0">
              <a:lnSpc>
                <a:spcPct val="100000"/>
              </a:lnSpc>
              <a:spcBef>
                <a:spcPts val="0"/>
              </a:spcBef>
              <a:spcAft>
                <a:spcPts val="0"/>
              </a:spcAft>
              <a:buSzPts val="2800"/>
              <a:buNone/>
            </a:pPr>
            <a:endParaRPr sz="1400" dirty="0"/>
          </a:p>
          <a:p>
            <a:pPr marL="0" lvl="0" indent="0" algn="l" rtl="0">
              <a:lnSpc>
                <a:spcPct val="100000"/>
              </a:lnSpc>
              <a:spcBef>
                <a:spcPts val="0"/>
              </a:spcBef>
              <a:spcAft>
                <a:spcPts val="0"/>
              </a:spcAft>
              <a:buSzPts val="2800"/>
              <a:buNone/>
            </a:pPr>
            <a:r>
              <a:rPr sz="1400" dirty="0"/>
              <a:t>Las bases de </a:t>
            </a:r>
            <a:r>
              <a:rPr sz="1400" dirty="0" err="1"/>
              <a:t>datos</a:t>
            </a:r>
            <a:r>
              <a:rPr sz="1400" dirty="0"/>
              <a:t> </a:t>
            </a:r>
            <a:r>
              <a:rPr sz="1400" dirty="0" err="1"/>
              <a:t>relacionales</a:t>
            </a:r>
            <a:r>
              <a:rPr sz="1400" dirty="0"/>
              <a:t> </a:t>
            </a:r>
            <a:r>
              <a:rPr sz="1400" dirty="0" err="1"/>
              <a:t>utilizan</a:t>
            </a:r>
            <a:r>
              <a:rPr sz="1400" dirty="0"/>
              <a:t> el </a:t>
            </a:r>
            <a:r>
              <a:rPr sz="1400" dirty="0" err="1"/>
              <a:t>lenguaje</a:t>
            </a:r>
            <a:r>
              <a:rPr sz="1400" dirty="0"/>
              <a:t> SQL (Structured Query Language) para </a:t>
            </a:r>
            <a:r>
              <a:rPr sz="1400" dirty="0" err="1"/>
              <a:t>realizar</a:t>
            </a:r>
            <a:r>
              <a:rPr sz="1400" dirty="0"/>
              <a:t> </a:t>
            </a:r>
            <a:r>
              <a:rPr sz="1400" dirty="0" err="1"/>
              <a:t>consultas</a:t>
            </a:r>
            <a:r>
              <a:rPr sz="1400" dirty="0"/>
              <a:t> y </a:t>
            </a:r>
            <a:r>
              <a:rPr sz="1400" dirty="0" err="1"/>
              <a:t>operaciones</a:t>
            </a:r>
            <a:r>
              <a:rPr sz="1400" dirty="0"/>
              <a:t> en los </a:t>
            </a:r>
            <a:r>
              <a:rPr sz="1400" dirty="0" err="1"/>
              <a:t>datos</a:t>
            </a:r>
            <a:r>
              <a:rPr sz="1400" dirty="0"/>
              <a:t>. SQL </a:t>
            </a:r>
            <a:r>
              <a:rPr sz="1400" dirty="0" err="1"/>
              <a:t>es</a:t>
            </a:r>
            <a:r>
              <a:rPr sz="1400" dirty="0"/>
              <a:t> un </a:t>
            </a:r>
            <a:r>
              <a:rPr sz="1400" dirty="0" err="1"/>
              <a:t>lenguaje</a:t>
            </a:r>
            <a:r>
              <a:rPr sz="1400" dirty="0"/>
              <a:t> de </a:t>
            </a:r>
            <a:r>
              <a:rPr sz="1400" dirty="0" err="1"/>
              <a:t>programación</a:t>
            </a:r>
            <a:r>
              <a:rPr sz="1400" dirty="0"/>
              <a:t> </a:t>
            </a:r>
            <a:r>
              <a:rPr sz="1400" dirty="0" err="1"/>
              <a:t>diseñado</a:t>
            </a:r>
            <a:r>
              <a:rPr sz="1400" dirty="0"/>
              <a:t> para </a:t>
            </a:r>
            <a:r>
              <a:rPr sz="1400" dirty="0" err="1"/>
              <a:t>manipular</a:t>
            </a:r>
            <a:r>
              <a:rPr sz="1400" dirty="0"/>
              <a:t> y </a:t>
            </a:r>
            <a:r>
              <a:rPr sz="1400" dirty="0" err="1"/>
              <a:t>gestionar</a:t>
            </a:r>
            <a:r>
              <a:rPr sz="1400" dirty="0"/>
              <a:t> </a:t>
            </a:r>
            <a:r>
              <a:rPr sz="1400" dirty="0" err="1"/>
              <a:t>datos</a:t>
            </a:r>
            <a:r>
              <a:rPr sz="1400" dirty="0"/>
              <a:t> en </a:t>
            </a:r>
            <a:r>
              <a:rPr sz="1400" dirty="0" err="1"/>
              <a:t>una</a:t>
            </a:r>
            <a:r>
              <a:rPr sz="1400" dirty="0"/>
              <a:t> base de </a:t>
            </a:r>
            <a:r>
              <a:rPr sz="1400" dirty="0" err="1"/>
              <a:t>datos</a:t>
            </a:r>
            <a:r>
              <a:rPr sz="1400" dirty="0"/>
              <a:t> </a:t>
            </a:r>
            <a:r>
              <a:rPr sz="1400" dirty="0" err="1"/>
              <a:t>relacional</a:t>
            </a:r>
            <a:r>
              <a:rPr sz="1400" dirty="0"/>
              <a:t>. Se </a:t>
            </a:r>
            <a:r>
              <a:rPr sz="1400" dirty="0" err="1"/>
              <a:t>utiliza</a:t>
            </a:r>
            <a:r>
              <a:rPr sz="1400" dirty="0"/>
              <a:t> para </a:t>
            </a:r>
            <a:r>
              <a:rPr sz="1400" dirty="0" err="1"/>
              <a:t>realizar</a:t>
            </a:r>
            <a:r>
              <a:rPr sz="1400" dirty="0"/>
              <a:t> </a:t>
            </a:r>
            <a:r>
              <a:rPr sz="1400" dirty="0" err="1"/>
              <a:t>consultas</a:t>
            </a:r>
            <a:r>
              <a:rPr sz="1400" dirty="0"/>
              <a:t> (SELECT), </a:t>
            </a:r>
            <a:r>
              <a:rPr sz="1400" dirty="0" err="1"/>
              <a:t>actualizar</a:t>
            </a:r>
            <a:r>
              <a:rPr sz="1400" dirty="0"/>
              <a:t> </a:t>
            </a:r>
            <a:r>
              <a:rPr sz="1400" dirty="0" err="1"/>
              <a:t>registros</a:t>
            </a:r>
            <a:r>
              <a:rPr sz="1400" dirty="0"/>
              <a:t> (UPDATE), </a:t>
            </a:r>
            <a:r>
              <a:rPr sz="1400" dirty="0" err="1"/>
              <a:t>eliminar</a:t>
            </a:r>
            <a:r>
              <a:rPr sz="1400" dirty="0"/>
              <a:t> </a:t>
            </a:r>
            <a:r>
              <a:rPr sz="1400" dirty="0" err="1"/>
              <a:t>registros</a:t>
            </a:r>
            <a:r>
              <a:rPr sz="1400" dirty="0"/>
              <a:t> (DELETE) y para </a:t>
            </a:r>
            <a:r>
              <a:rPr sz="1400" dirty="0" err="1"/>
              <a:t>insertar</a:t>
            </a:r>
            <a:r>
              <a:rPr sz="1400" dirty="0"/>
              <a:t> </a:t>
            </a:r>
            <a:r>
              <a:rPr sz="1400" dirty="0" err="1"/>
              <a:t>nuevos</a:t>
            </a:r>
            <a:r>
              <a:rPr sz="1400" dirty="0"/>
              <a:t> </a:t>
            </a:r>
            <a:r>
              <a:rPr sz="1400" dirty="0" err="1"/>
              <a:t>registros</a:t>
            </a:r>
            <a:r>
              <a:rPr sz="1400" dirty="0"/>
              <a:t> (INSERT).</a:t>
            </a:r>
            <a:r>
              <a:rPr lang="es-MX" sz="1400" dirty="0"/>
              <a:t> </a:t>
            </a:r>
            <a:r>
              <a:rPr lang="es-AR" sz="1400" dirty="0">
                <a:sym typeface="+mn-ea"/>
              </a:rPr>
              <a:t> &gt;</a:t>
            </a:r>
            <a:endParaRPr sz="1400" dirty="0"/>
          </a:p>
          <a:p>
            <a:pPr marL="0" lvl="0" indent="0" algn="l" rtl="0">
              <a:lnSpc>
                <a:spcPct val="100000"/>
              </a:lnSpc>
              <a:spcBef>
                <a:spcPts val="0"/>
              </a:spcBef>
              <a:spcAft>
                <a:spcPts val="0"/>
              </a:spcAft>
              <a:buSzPts val="2800"/>
              <a:buNone/>
            </a:pPr>
            <a:endParaRPr sz="1600" dirty="0"/>
          </a:p>
          <a:p>
            <a:pPr marL="0" lvl="0" indent="0" algn="l" rtl="0">
              <a:lnSpc>
                <a:spcPct val="100000"/>
              </a:lnSpc>
              <a:spcBef>
                <a:spcPts val="0"/>
              </a:spcBef>
              <a:spcAft>
                <a:spcPts val="0"/>
              </a:spcAft>
              <a:buSzPts val="2800"/>
              <a:buNone/>
            </a:pPr>
            <a:endParaRPr lang="en-GB" sz="16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3"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a:t>¿</a:t>
            </a:r>
            <a:r>
              <a:rPr lang="es-MX" altLang="es-AR" sz="2000" dirty="0"/>
              <a:t>Q</a:t>
            </a:r>
            <a:r>
              <a:rPr lang="es-AR" sz="2000" dirty="0" err="1"/>
              <a:t>ué</a:t>
            </a:r>
            <a:r>
              <a:rPr lang="es-AR" sz="2000" dirty="0"/>
              <a:t> </a:t>
            </a:r>
            <a:r>
              <a:rPr lang="es-MX" altLang="es-AR" sz="2000" dirty="0"/>
              <a:t>es </a:t>
            </a:r>
            <a:r>
              <a:rPr lang="es-MX" altLang="es-AR" sz="2000" dirty="0" err="1"/>
              <a:t>Sequelize</a:t>
            </a:r>
            <a:r>
              <a:rPr lang="es-AR" sz="2000" dirty="0"/>
              <a:t>?</a:t>
            </a:r>
            <a:r>
              <a:rPr lang="es-MX" altLang="es-AR" sz="2000" dirty="0"/>
              <a:t> </a:t>
            </a:r>
            <a:r>
              <a:rPr lang="en-GB" sz="2000" dirty="0">
                <a:solidFill>
                  <a:schemeClr val="accent3"/>
                </a:solidFill>
              </a:rPr>
              <a:t>{</a:t>
            </a:r>
            <a:endParaRPr sz="2000" dirty="0">
              <a:solidFill>
                <a:schemeClr val="accent3"/>
              </a:solidFill>
            </a:endParaRPr>
          </a:p>
        </p:txBody>
      </p:sp>
      <p:sp>
        <p:nvSpPr>
          <p:cNvPr id="459" name="Google Shape;459;p1"/>
          <p:cNvSpPr txBox="1">
            <a:spLocks noGrp="1"/>
          </p:cNvSpPr>
          <p:nvPr>
            <p:ph type="subTitle" idx="1"/>
          </p:nvPr>
        </p:nvSpPr>
        <p:spPr>
          <a:xfrm>
            <a:off x="1909445" y="1467362"/>
            <a:ext cx="6202680" cy="199263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 </a:t>
            </a:r>
            <a:r>
              <a:rPr sz="1400" dirty="0" err="1"/>
              <a:t>Sequelize</a:t>
            </a:r>
            <a:r>
              <a:rPr sz="1400" dirty="0"/>
              <a:t> </a:t>
            </a:r>
            <a:r>
              <a:rPr sz="1400" dirty="0" err="1"/>
              <a:t>es</a:t>
            </a:r>
            <a:r>
              <a:rPr sz="1400" dirty="0"/>
              <a:t> </a:t>
            </a:r>
            <a:r>
              <a:rPr sz="1400" dirty="0" err="1"/>
              <a:t>una</a:t>
            </a:r>
            <a:r>
              <a:rPr sz="1400" dirty="0"/>
              <a:t> </a:t>
            </a:r>
            <a:r>
              <a:rPr sz="1400" dirty="0" err="1"/>
              <a:t>librería</a:t>
            </a:r>
            <a:r>
              <a:rPr sz="1400" dirty="0"/>
              <a:t> de JavaScript de </a:t>
            </a:r>
            <a:r>
              <a:rPr sz="1400" dirty="0" err="1"/>
              <a:t>código</a:t>
            </a:r>
            <a:r>
              <a:rPr sz="1400" dirty="0"/>
              <a:t> </a:t>
            </a:r>
            <a:r>
              <a:rPr sz="1400" dirty="0" err="1"/>
              <a:t>abierto</a:t>
            </a:r>
            <a:r>
              <a:rPr sz="1400" dirty="0"/>
              <a:t> </a:t>
            </a:r>
            <a:r>
              <a:rPr sz="1400" dirty="0" err="1"/>
              <a:t>que</a:t>
            </a:r>
            <a:r>
              <a:rPr sz="1400" dirty="0"/>
              <a:t> </a:t>
            </a:r>
            <a:r>
              <a:rPr sz="1400" dirty="0" err="1"/>
              <a:t>permite</a:t>
            </a:r>
            <a:r>
              <a:rPr sz="1400" dirty="0"/>
              <a:t> a los </a:t>
            </a:r>
            <a:r>
              <a:rPr sz="1400" dirty="0" err="1"/>
              <a:t>desarrolladores</a:t>
            </a:r>
            <a:r>
              <a:rPr sz="1400" dirty="0"/>
              <a:t> </a:t>
            </a:r>
            <a:r>
              <a:rPr sz="1400" dirty="0" err="1"/>
              <a:t>interactuar</a:t>
            </a:r>
            <a:r>
              <a:rPr sz="1400" dirty="0"/>
              <a:t> con bases de </a:t>
            </a:r>
            <a:r>
              <a:rPr sz="1400" dirty="0" err="1"/>
              <a:t>datos</a:t>
            </a:r>
            <a:r>
              <a:rPr sz="1400" dirty="0"/>
              <a:t> SQL de </a:t>
            </a:r>
            <a:r>
              <a:rPr sz="1400" dirty="0" err="1"/>
              <a:t>manera</a:t>
            </a:r>
            <a:r>
              <a:rPr sz="1400" dirty="0"/>
              <a:t> </a:t>
            </a:r>
            <a:r>
              <a:rPr sz="1400" dirty="0" err="1"/>
              <a:t>más</a:t>
            </a:r>
            <a:r>
              <a:rPr sz="1400" dirty="0"/>
              <a:t> </a:t>
            </a:r>
            <a:r>
              <a:rPr sz="1400" dirty="0" err="1"/>
              <a:t>fácil</a:t>
            </a:r>
            <a:r>
              <a:rPr sz="1400" dirty="0"/>
              <a:t> y </a:t>
            </a:r>
            <a:r>
              <a:rPr sz="1400" dirty="0" err="1" smtClean="0"/>
              <a:t>eficiente</a:t>
            </a:r>
            <a:r>
              <a:rPr lang="es-MX" sz="1400" dirty="0" smtClean="0"/>
              <a:t>.</a:t>
            </a:r>
          </a:p>
          <a:p>
            <a:pPr marL="0" lvl="0" indent="0" algn="l" rtl="0">
              <a:lnSpc>
                <a:spcPct val="100000"/>
              </a:lnSpc>
              <a:spcBef>
                <a:spcPts val="0"/>
              </a:spcBef>
              <a:spcAft>
                <a:spcPts val="0"/>
              </a:spcAft>
              <a:buSzPts val="2800"/>
              <a:buNone/>
            </a:pPr>
            <a:endParaRPr lang="es-MX" sz="1400" dirty="0"/>
          </a:p>
          <a:p>
            <a:pPr marL="0" lvl="0" indent="0" algn="l" rtl="0">
              <a:lnSpc>
                <a:spcPct val="100000"/>
              </a:lnSpc>
              <a:spcBef>
                <a:spcPts val="0"/>
              </a:spcBef>
              <a:spcAft>
                <a:spcPts val="0"/>
              </a:spcAft>
              <a:buSzPts val="2800"/>
              <a:buNone/>
            </a:pPr>
            <a:r>
              <a:rPr sz="1400" dirty="0" err="1" smtClean="0"/>
              <a:t>Está</a:t>
            </a:r>
            <a:r>
              <a:rPr sz="1400" dirty="0" smtClean="0"/>
              <a:t> </a:t>
            </a:r>
            <a:r>
              <a:rPr sz="1400" dirty="0" err="1"/>
              <a:t>diseñada</a:t>
            </a:r>
            <a:r>
              <a:rPr sz="1400" dirty="0"/>
              <a:t> para </a:t>
            </a:r>
            <a:r>
              <a:rPr sz="1400" dirty="0" err="1"/>
              <a:t>trabajar</a:t>
            </a:r>
            <a:r>
              <a:rPr sz="1400" dirty="0"/>
              <a:t> con bases de </a:t>
            </a:r>
            <a:r>
              <a:rPr sz="1400" dirty="0" err="1"/>
              <a:t>datos</a:t>
            </a:r>
            <a:r>
              <a:rPr sz="1400" dirty="0"/>
              <a:t> </a:t>
            </a:r>
            <a:r>
              <a:rPr sz="1400" dirty="0" err="1"/>
              <a:t>relacionales</a:t>
            </a:r>
            <a:r>
              <a:rPr sz="1400" dirty="0"/>
              <a:t>, </a:t>
            </a:r>
            <a:r>
              <a:rPr sz="1400" dirty="0" err="1"/>
              <a:t>como</a:t>
            </a:r>
            <a:r>
              <a:rPr sz="1400" dirty="0"/>
              <a:t> MySQL, </a:t>
            </a:r>
            <a:r>
              <a:rPr sz="1400" dirty="0" err="1"/>
              <a:t>PostgreSQL</a:t>
            </a:r>
            <a:r>
              <a:rPr sz="1400" dirty="0"/>
              <a:t>, SQLite y Microsoft SQL Server, y se </a:t>
            </a:r>
            <a:r>
              <a:rPr sz="1400" dirty="0" err="1"/>
              <a:t>puede</a:t>
            </a:r>
            <a:r>
              <a:rPr sz="1400" dirty="0"/>
              <a:t> </a:t>
            </a:r>
            <a:r>
              <a:rPr sz="1400" dirty="0" err="1"/>
              <a:t>utilizar</a:t>
            </a:r>
            <a:r>
              <a:rPr sz="1400" dirty="0"/>
              <a:t> con Node.js y </a:t>
            </a:r>
            <a:r>
              <a:rPr sz="1400" dirty="0" err="1"/>
              <a:t>otras</a:t>
            </a:r>
            <a:r>
              <a:rPr sz="1400" dirty="0"/>
              <a:t> </a:t>
            </a:r>
            <a:r>
              <a:rPr sz="1400" dirty="0" err="1"/>
              <a:t>aplicaciones</a:t>
            </a:r>
            <a:r>
              <a:rPr sz="1400" dirty="0"/>
              <a:t> </a:t>
            </a:r>
            <a:r>
              <a:rPr sz="1400" dirty="0" err="1"/>
              <a:t>basadas</a:t>
            </a:r>
            <a:r>
              <a:rPr sz="1400" dirty="0"/>
              <a:t> en JavaScript.</a:t>
            </a:r>
            <a:r>
              <a:rPr lang="es-AR" sz="1400" dirty="0">
                <a:sym typeface="+mn-ea"/>
              </a:rPr>
              <a:t> &gt;</a:t>
            </a:r>
            <a:endParaRPr sz="1400" dirty="0"/>
          </a:p>
          <a:p>
            <a:pPr marL="0" lvl="0" indent="0" algn="l" rtl="0">
              <a:lnSpc>
                <a:spcPct val="100000"/>
              </a:lnSpc>
              <a:spcBef>
                <a:spcPts val="0"/>
              </a:spcBef>
              <a:spcAft>
                <a:spcPts val="0"/>
              </a:spcAft>
              <a:buSzPts val="2800"/>
              <a:buNone/>
            </a:pPr>
            <a:endParaRPr sz="1600" dirty="0"/>
          </a:p>
          <a:p>
            <a:pPr marL="0" lvl="0" indent="0" algn="l" rtl="0">
              <a:lnSpc>
                <a:spcPct val="100000"/>
              </a:lnSpc>
              <a:spcBef>
                <a:spcPts val="0"/>
              </a:spcBef>
              <a:spcAft>
                <a:spcPts val="0"/>
              </a:spcAft>
              <a:buSzPts val="2800"/>
              <a:buNone/>
            </a:pPr>
            <a:endParaRPr lang="en-GB" sz="16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sym typeface="+mn-ea"/>
              </a:rPr>
              <a:t>¿</a:t>
            </a:r>
            <a:r>
              <a:rPr lang="es-MX" altLang="es-AR" sz="2000">
                <a:sym typeface="+mn-ea"/>
              </a:rPr>
              <a:t>Cúales son las f</a:t>
            </a:r>
            <a:r>
              <a:rPr lang="es-AR" sz="2000">
                <a:sym typeface="+mn-ea"/>
              </a:rPr>
              <a:t>unciones</a:t>
            </a:r>
            <a:r>
              <a:rPr lang="es-MX" altLang="es-AR" sz="2000">
                <a:sym typeface="+mn-ea"/>
              </a:rPr>
              <a:t> principales</a:t>
            </a:r>
            <a:r>
              <a:rPr lang="es-AR" sz="2000">
                <a:sym typeface="+mn-ea"/>
              </a:rPr>
              <a:t> </a:t>
            </a:r>
            <a:r>
              <a:rPr lang="es-MX" altLang="es-AR" sz="2000">
                <a:sym typeface="+mn-ea"/>
              </a:rPr>
              <a:t>de sequilize </a:t>
            </a:r>
            <a:r>
              <a:rPr lang="es-AR" sz="2000">
                <a:sym typeface="+mn-ea"/>
              </a:rPr>
              <a:t>para trabajar con bases de datos SQL?</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259840" y="1275715"/>
            <a:ext cx="7705090" cy="2915911"/>
            <a:chOff x="1984" y="1782"/>
            <a:chExt cx="12134" cy="3509"/>
          </a:xfrm>
        </p:grpSpPr>
        <p:grpSp>
          <p:nvGrpSpPr>
            <p:cNvPr id="11" name="Group 10"/>
            <p:cNvGrpSpPr/>
            <p:nvPr/>
          </p:nvGrpSpPr>
          <p:grpSpPr>
            <a:xfrm>
              <a:off x="1984" y="1782"/>
              <a:ext cx="12102" cy="894"/>
              <a:chOff x="2411" y="2263"/>
              <a:chExt cx="12102" cy="1447"/>
            </a:xfrm>
          </p:grpSpPr>
          <p:sp>
            <p:nvSpPr>
              <p:cNvPr id="481" name="Google Shape;481;p3"/>
              <p:cNvSpPr txBox="1"/>
              <p:nvPr/>
            </p:nvSpPr>
            <p:spPr>
              <a:xfrm>
                <a:off x="3205" y="2263"/>
                <a:ext cx="11308" cy="144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n-GB" sz="1200" b="1">
                    <a:solidFill>
                      <a:schemeClr val="accent1">
                        <a:lumMod val="75000"/>
                      </a:schemeClr>
                    </a:solidFill>
                  </a:rPr>
                  <a:t>Modelos</a:t>
                </a:r>
                <a:r>
                  <a:rPr lang="en-GB" sz="1200">
                    <a:solidFill>
                      <a:schemeClr val="accent1">
                        <a:lumMod val="75000"/>
                      </a:schemeClr>
                    </a:solidFill>
                  </a:rPr>
                  <a:t>:</a:t>
                </a:r>
                <a:r>
                  <a:rPr lang="en-GB" sz="1200"/>
                  <a:t> Permite a los desarrolladores definir modelos que representen tablas en la base de datos. Esto ayuda a simplificar la escritura de consultas y a mantener una estructura coherente en la base de datos.</a:t>
                </a:r>
                <a:r>
                  <a:rPr lang="es-AR" altLang="en-GB" sz="1200"/>
                  <a:t> </a:t>
                </a:r>
                <a:r>
                  <a:rPr lang="en-GB" sz="1200"/>
                  <a:t>&gt;</a:t>
                </a:r>
              </a:p>
            </p:txBody>
          </p:sp>
          <p:sp>
            <p:nvSpPr>
              <p:cNvPr id="480"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1)</a:t>
                </a:r>
              </a:p>
            </p:txBody>
          </p:sp>
        </p:grpSp>
        <p:grpSp>
          <p:nvGrpSpPr>
            <p:cNvPr id="23" name="Group 22"/>
            <p:cNvGrpSpPr/>
            <p:nvPr/>
          </p:nvGrpSpPr>
          <p:grpSpPr>
            <a:xfrm>
              <a:off x="1984" y="2689"/>
              <a:ext cx="12102" cy="713"/>
              <a:chOff x="2411" y="2263"/>
              <a:chExt cx="12102" cy="1319"/>
            </a:xfrm>
          </p:grpSpPr>
          <p:sp>
            <p:nvSpPr>
              <p:cNvPr id="24" name="Google Shape;481;p3"/>
              <p:cNvSpPr txBox="1"/>
              <p:nvPr/>
            </p:nvSpPr>
            <p:spPr>
              <a:xfrm>
                <a:off x="3205" y="2263"/>
                <a:ext cx="11308" cy="1319"/>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sz="1200">
                    <a:solidFill>
                      <a:schemeClr val="accent1">
                        <a:lumMod val="75000"/>
                      </a:schemeClr>
                    </a:solidFill>
                  </a:rPr>
                  <a:t>Consultas:</a:t>
                </a:r>
                <a:r>
                  <a:rPr sz="1200"/>
                  <a:t> Sequelize proporciona una API para realizar consultas a la base de datos. Los desarrolladores pueden utilizar diferentes métodos para realizar consultas complejas y realizar acciones como la búsqueda, creación, actualización y eliminación de registros.</a:t>
                </a:r>
                <a:r>
                  <a:rPr lang="es-MX" sz="1200"/>
                  <a:t> </a:t>
                </a:r>
                <a:r>
                  <a:rPr lang="en-GB" sz="1200"/>
                  <a:t>&gt;</a:t>
                </a:r>
              </a:p>
            </p:txBody>
          </p:sp>
          <p:sp>
            <p:nvSpPr>
              <p:cNvPr id="25"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2)</a:t>
                </a:r>
              </a:p>
            </p:txBody>
          </p:sp>
        </p:grpSp>
        <p:grpSp>
          <p:nvGrpSpPr>
            <p:cNvPr id="26" name="Group 25"/>
            <p:cNvGrpSpPr/>
            <p:nvPr/>
          </p:nvGrpSpPr>
          <p:grpSpPr>
            <a:xfrm>
              <a:off x="2016" y="3604"/>
              <a:ext cx="12102" cy="751"/>
              <a:chOff x="2411" y="2263"/>
              <a:chExt cx="12102" cy="1390"/>
            </a:xfrm>
          </p:grpSpPr>
          <p:sp>
            <p:nvSpPr>
              <p:cNvPr id="27" name="Google Shape;481;p3"/>
              <p:cNvSpPr txBox="1"/>
              <p:nvPr/>
            </p:nvSpPr>
            <p:spPr>
              <a:xfrm>
                <a:off x="3205" y="2263"/>
                <a:ext cx="11308" cy="13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sz="1200">
                    <a:solidFill>
                      <a:schemeClr val="accent1">
                        <a:lumMod val="75000"/>
                      </a:schemeClr>
                    </a:solidFill>
                  </a:rPr>
                  <a:t>Migraciones:</a:t>
                </a:r>
                <a:r>
                  <a:rPr sz="1200"/>
                  <a:t> Las migraciones permiten a los desarrolladores realizar cambios en la estructura de la base de datos de manera controlada y reversible. Sequelize proporciona una API para realizar migraciones de manera eficiente y segura.</a:t>
                </a:r>
                <a:r>
                  <a:rPr lang="en-GB" sz="1200"/>
                  <a:t>&gt;</a:t>
                </a:r>
              </a:p>
            </p:txBody>
          </p:sp>
          <p:sp>
            <p:nvSpPr>
              <p:cNvPr id="28"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3)</a:t>
                </a:r>
              </a:p>
            </p:txBody>
          </p:sp>
        </p:grpSp>
        <p:grpSp>
          <p:nvGrpSpPr>
            <p:cNvPr id="29" name="Group 28"/>
            <p:cNvGrpSpPr/>
            <p:nvPr/>
          </p:nvGrpSpPr>
          <p:grpSpPr>
            <a:xfrm>
              <a:off x="2016" y="4468"/>
              <a:ext cx="12102" cy="823"/>
              <a:chOff x="2411" y="1987"/>
              <a:chExt cx="12102" cy="1522"/>
            </a:xfrm>
          </p:grpSpPr>
          <p:sp>
            <p:nvSpPr>
              <p:cNvPr id="30" name="Google Shape;481;p3"/>
              <p:cNvSpPr txBox="1"/>
              <p:nvPr/>
            </p:nvSpPr>
            <p:spPr>
              <a:xfrm>
                <a:off x="3205" y="1987"/>
                <a:ext cx="11308" cy="152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sz="1200">
                    <a:solidFill>
                      <a:schemeClr val="accent1">
                        <a:lumMod val="75000"/>
                      </a:schemeClr>
                    </a:solidFill>
                  </a:rPr>
                  <a:t>Validación de datos:</a:t>
                </a:r>
                <a:r>
                  <a:rPr sz="1200"/>
                  <a:t> Sequelize permite validar los datos antes de que se inserten en la base de datos. Los desarrolladores pueden definir reglas de validación personalizadas para asegurarse de que los datos sean precisos y coherentes.</a:t>
                </a:r>
                <a:r>
                  <a:rPr lang="es-MX" sz="1200"/>
                  <a:t> </a:t>
                </a:r>
                <a:r>
                  <a:rPr lang="en-GB" sz="1200"/>
                  <a:t>&gt;</a:t>
                </a:r>
              </a:p>
            </p:txBody>
          </p:sp>
          <p:sp>
            <p:nvSpPr>
              <p:cNvPr id="31" name="Google Shape;480;p3"/>
              <p:cNvSpPr txBox="1"/>
              <p:nvPr/>
            </p:nvSpPr>
            <p:spPr>
              <a:xfrm flipH="1">
                <a:off x="2411" y="2092"/>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4)</a:t>
                </a:r>
              </a:p>
            </p:txBody>
          </p:sp>
        </p:gr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4"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395625" y="429187"/>
            <a:ext cx="486163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1800" dirty="0">
                <a:sym typeface="+mn-ea"/>
              </a:rPr>
              <a:t>Ventajas </a:t>
            </a:r>
            <a:r>
              <a:rPr lang="es-AR" sz="1800" dirty="0" smtClean="0">
                <a:sym typeface="+mn-ea"/>
              </a:rPr>
              <a:t>de </a:t>
            </a:r>
            <a:r>
              <a:rPr lang="es-AR" sz="1800" dirty="0" err="1" smtClean="0">
                <a:sym typeface="+mn-ea"/>
              </a:rPr>
              <a:t>Sequelize</a:t>
            </a:r>
            <a:r>
              <a:rPr lang="es-AR" sz="1800" dirty="0" smtClean="0">
                <a:sym typeface="+mn-ea"/>
              </a:rPr>
              <a:t> </a:t>
            </a:r>
            <a:r>
              <a:rPr lang="en-GB" sz="1800" dirty="0" smtClean="0">
                <a:solidFill>
                  <a:schemeClr val="accent3"/>
                </a:solidFill>
              </a:rPr>
              <a:t>{</a:t>
            </a:r>
            <a:endParaRPr sz="1800" dirty="0">
              <a:solidFill>
                <a:schemeClr val="accent3"/>
              </a:solidFill>
            </a:endParaRPr>
          </a:p>
        </p:txBody>
      </p:sp>
      <p:grpSp>
        <p:nvGrpSpPr>
          <p:cNvPr id="462" name="Google Shape;462;p1"/>
          <p:cNvGrpSpPr/>
          <p:nvPr/>
        </p:nvGrpSpPr>
        <p:grpSpPr>
          <a:xfrm>
            <a:off x="1388745" y="1179195"/>
            <a:ext cx="506095" cy="3318270"/>
            <a:chOff x="1388760" y="1449985"/>
            <a:chExt cx="506100" cy="2564988"/>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5439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704443" y="882935"/>
            <a:ext cx="7180580" cy="3614530"/>
            <a:chOff x="2778" y="1800"/>
            <a:chExt cx="11308" cy="3627"/>
          </a:xfrm>
        </p:grpSpPr>
        <p:sp>
          <p:nvSpPr>
            <p:cNvPr id="481" name="Google Shape;481;p3"/>
            <p:cNvSpPr txBox="1"/>
            <p:nvPr/>
          </p:nvSpPr>
          <p:spPr>
            <a:xfrm>
              <a:off x="2778" y="1800"/>
              <a:ext cx="11308" cy="79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100" dirty="0"/>
                <a:t>&lt;</a:t>
              </a:r>
              <a:r>
                <a:rPr lang="es-AR" altLang="en-GB" sz="1100" dirty="0">
                  <a:solidFill>
                    <a:srgbClr val="FF0000"/>
                  </a:solidFill>
                </a:rPr>
                <a:t> </a:t>
              </a:r>
              <a:r>
                <a:rPr lang="en-GB" sz="1100" dirty="0" err="1">
                  <a:solidFill>
                    <a:srgbClr val="00B050"/>
                  </a:solidFill>
                </a:rPr>
                <a:t>Simplifica</a:t>
              </a:r>
              <a:r>
                <a:rPr lang="en-GB" sz="1100" dirty="0">
                  <a:solidFill>
                    <a:srgbClr val="00B050"/>
                  </a:solidFill>
                </a:rPr>
                <a:t> la </a:t>
              </a:r>
              <a:r>
                <a:rPr lang="en-GB" sz="1100" dirty="0" err="1">
                  <a:solidFill>
                    <a:srgbClr val="00B050"/>
                  </a:solidFill>
                </a:rPr>
                <a:t>interacción</a:t>
              </a:r>
              <a:r>
                <a:rPr lang="en-GB" sz="1100" dirty="0">
                  <a:solidFill>
                    <a:srgbClr val="00B050"/>
                  </a:solidFill>
                </a:rPr>
                <a:t> con la base de </a:t>
              </a:r>
              <a:r>
                <a:rPr lang="en-GB" sz="1100" dirty="0" err="1">
                  <a:solidFill>
                    <a:srgbClr val="00B050"/>
                  </a:solidFill>
                </a:rPr>
                <a:t>datos</a:t>
              </a:r>
              <a:r>
                <a:rPr lang="en-GB" sz="1100" dirty="0">
                  <a:solidFill>
                    <a:srgbClr val="00B050"/>
                  </a:solidFill>
                </a:rPr>
                <a:t>:</a:t>
              </a:r>
              <a:r>
                <a:rPr lang="en-GB" sz="1100" dirty="0"/>
                <a:t> </a:t>
              </a:r>
              <a:r>
                <a:rPr lang="en-GB" sz="1100" dirty="0" err="1"/>
                <a:t>Sequelize</a:t>
              </a:r>
              <a:r>
                <a:rPr lang="en-GB" sz="1100" dirty="0"/>
                <a:t> </a:t>
              </a:r>
              <a:r>
                <a:rPr lang="en-GB" sz="1100" dirty="0" err="1"/>
                <a:t>proporciona</a:t>
              </a:r>
              <a:r>
                <a:rPr lang="en-GB" sz="1100" dirty="0"/>
                <a:t> </a:t>
              </a:r>
              <a:r>
                <a:rPr lang="en-GB" sz="1100" dirty="0" err="1"/>
                <a:t>una</a:t>
              </a:r>
              <a:r>
                <a:rPr lang="en-GB" sz="1100" dirty="0"/>
                <a:t> API </a:t>
              </a:r>
              <a:r>
                <a:rPr lang="en-GB" sz="1100" dirty="0" err="1"/>
                <a:t>sencilla</a:t>
              </a:r>
              <a:r>
                <a:rPr lang="en-GB" sz="1100" dirty="0"/>
                <a:t> y </a:t>
              </a:r>
              <a:r>
                <a:rPr lang="en-GB" sz="1100" dirty="0" err="1"/>
                <a:t>fácil</a:t>
              </a:r>
              <a:r>
                <a:rPr lang="en-GB" sz="1100" dirty="0"/>
                <a:t> de </a:t>
              </a:r>
              <a:r>
                <a:rPr lang="en-GB" sz="1100" dirty="0" err="1"/>
                <a:t>usar</a:t>
              </a:r>
              <a:r>
                <a:rPr lang="en-GB" sz="1100" dirty="0"/>
                <a:t> para </a:t>
              </a:r>
              <a:r>
                <a:rPr lang="en-GB" sz="1100" dirty="0" err="1"/>
                <a:t>realizar</a:t>
              </a:r>
              <a:r>
                <a:rPr lang="en-GB" sz="1100" dirty="0"/>
                <a:t> </a:t>
              </a:r>
              <a:r>
                <a:rPr lang="en-GB" sz="1100" dirty="0" err="1"/>
                <a:t>operaciones</a:t>
              </a:r>
              <a:r>
                <a:rPr lang="en-GB" sz="1100" dirty="0"/>
                <a:t> CRUD en bases de </a:t>
              </a:r>
              <a:r>
                <a:rPr lang="en-GB" sz="1100" dirty="0" err="1"/>
                <a:t>datos</a:t>
              </a:r>
              <a:r>
                <a:rPr lang="en-GB" sz="1100" dirty="0"/>
                <a:t> SQL. </a:t>
              </a:r>
              <a:r>
                <a:rPr lang="en-GB" sz="1100" dirty="0" err="1"/>
                <a:t>Esto</a:t>
              </a:r>
              <a:r>
                <a:rPr lang="en-GB" sz="1100" dirty="0"/>
                <a:t> </a:t>
              </a:r>
              <a:r>
                <a:rPr lang="en-GB" sz="1100" dirty="0" err="1"/>
                <a:t>permite</a:t>
              </a:r>
              <a:r>
                <a:rPr lang="en-GB" sz="1100" dirty="0"/>
                <a:t> a los </a:t>
              </a:r>
              <a:r>
                <a:rPr lang="en-GB" sz="1100" dirty="0" err="1"/>
                <a:t>desarrolladores</a:t>
              </a:r>
              <a:r>
                <a:rPr lang="en-GB" sz="1100" dirty="0"/>
                <a:t> </a:t>
              </a:r>
              <a:r>
                <a:rPr lang="en-GB" sz="1100" dirty="0" err="1"/>
                <a:t>centrarse</a:t>
              </a:r>
              <a:r>
                <a:rPr lang="en-GB" sz="1100" dirty="0"/>
                <a:t> en la </a:t>
              </a:r>
              <a:r>
                <a:rPr lang="en-GB" sz="1100" dirty="0" err="1"/>
                <a:t>lógica</a:t>
              </a:r>
              <a:r>
                <a:rPr lang="en-GB" sz="1100" dirty="0"/>
                <a:t> de </a:t>
              </a:r>
              <a:r>
                <a:rPr lang="en-GB" sz="1100" dirty="0" err="1"/>
                <a:t>su</a:t>
              </a:r>
              <a:r>
                <a:rPr lang="en-GB" sz="1100" dirty="0"/>
                <a:t> </a:t>
              </a:r>
              <a:r>
                <a:rPr lang="en-GB" sz="1100" dirty="0" err="1"/>
                <a:t>aplicación</a:t>
              </a:r>
              <a:r>
                <a:rPr lang="en-GB" sz="1100" dirty="0"/>
                <a:t> en </a:t>
              </a:r>
              <a:r>
                <a:rPr lang="en-GB" sz="1100" dirty="0" err="1"/>
                <a:t>lugar</a:t>
              </a:r>
              <a:r>
                <a:rPr lang="en-GB" sz="1100" dirty="0"/>
                <a:t> de </a:t>
              </a:r>
              <a:r>
                <a:rPr lang="en-GB" sz="1100" dirty="0" err="1"/>
                <a:t>preocuparse</a:t>
              </a:r>
              <a:r>
                <a:rPr lang="en-GB" sz="1100" dirty="0"/>
                <a:t> </a:t>
              </a:r>
              <a:r>
                <a:rPr lang="en-GB" sz="1100" dirty="0" err="1"/>
                <a:t>por</a:t>
              </a:r>
              <a:r>
                <a:rPr lang="en-GB" sz="1100" dirty="0"/>
                <a:t> </a:t>
              </a:r>
              <a:r>
                <a:rPr lang="en-GB" sz="1100" dirty="0" err="1"/>
                <a:t>detalles</a:t>
              </a:r>
              <a:r>
                <a:rPr lang="en-GB" sz="1100" dirty="0"/>
                <a:t> </a:t>
              </a:r>
              <a:r>
                <a:rPr lang="en-GB" sz="1100" dirty="0" err="1"/>
                <a:t>técnicos</a:t>
              </a:r>
              <a:r>
                <a:rPr lang="en-GB" sz="1100" dirty="0"/>
                <a:t> de la </a:t>
              </a:r>
              <a:r>
                <a:rPr lang="en-GB" sz="1100" dirty="0" err="1"/>
                <a:t>interacción</a:t>
              </a:r>
              <a:r>
                <a:rPr lang="en-GB" sz="1100" dirty="0"/>
                <a:t> con la base de </a:t>
              </a:r>
              <a:r>
                <a:rPr lang="en-GB" sz="1100" dirty="0" err="1"/>
                <a:t>datos</a:t>
              </a:r>
              <a:r>
                <a:rPr lang="en-GB" sz="1100" dirty="0"/>
                <a:t>.</a:t>
              </a:r>
              <a:r>
                <a:rPr lang="es-AR" altLang="en-GB" sz="1100" dirty="0"/>
                <a:t> </a:t>
              </a:r>
              <a:r>
                <a:rPr lang="en-GB" sz="1100" dirty="0"/>
                <a:t>&gt;</a:t>
              </a:r>
            </a:p>
          </p:txBody>
        </p:sp>
        <p:sp>
          <p:nvSpPr>
            <p:cNvPr id="24" name="Google Shape;481;p3"/>
            <p:cNvSpPr txBox="1"/>
            <p:nvPr/>
          </p:nvSpPr>
          <p:spPr>
            <a:xfrm>
              <a:off x="2778" y="2631"/>
              <a:ext cx="11308" cy="75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100" dirty="0"/>
                <a:t>&lt;</a:t>
              </a:r>
              <a:r>
                <a:rPr lang="es-AR" altLang="en-GB" sz="1100" dirty="0"/>
                <a:t> </a:t>
              </a:r>
              <a:r>
                <a:rPr sz="1100" dirty="0">
                  <a:solidFill>
                    <a:srgbClr val="00B050"/>
                  </a:solidFill>
                </a:rPr>
                <a:t>Se </a:t>
              </a:r>
              <a:r>
                <a:rPr sz="1100" dirty="0" err="1">
                  <a:solidFill>
                    <a:srgbClr val="00B050"/>
                  </a:solidFill>
                </a:rPr>
                <a:t>integra</a:t>
              </a:r>
              <a:r>
                <a:rPr sz="1100" dirty="0">
                  <a:solidFill>
                    <a:srgbClr val="00B050"/>
                  </a:solidFill>
                </a:rPr>
                <a:t> </a:t>
              </a:r>
              <a:r>
                <a:rPr sz="1100" dirty="0" err="1">
                  <a:solidFill>
                    <a:srgbClr val="00B050"/>
                  </a:solidFill>
                </a:rPr>
                <a:t>bien</a:t>
              </a:r>
              <a:r>
                <a:rPr sz="1100" dirty="0">
                  <a:solidFill>
                    <a:srgbClr val="00B050"/>
                  </a:solidFill>
                </a:rPr>
                <a:t> con Node.js:</a:t>
              </a:r>
              <a:r>
                <a:rPr sz="1100" dirty="0"/>
                <a:t> </a:t>
              </a:r>
              <a:r>
                <a:rPr sz="1100" dirty="0" err="1"/>
                <a:t>Sequelize</a:t>
              </a:r>
              <a:r>
                <a:rPr sz="1100" dirty="0"/>
                <a:t> </a:t>
              </a:r>
              <a:r>
                <a:rPr sz="1100" dirty="0" err="1"/>
                <a:t>está</a:t>
              </a:r>
              <a:r>
                <a:rPr sz="1100" dirty="0"/>
                <a:t> </a:t>
              </a:r>
              <a:r>
                <a:rPr sz="1100" dirty="0" err="1"/>
                <a:t>diseñado</a:t>
              </a:r>
              <a:r>
                <a:rPr sz="1100" dirty="0"/>
                <a:t> para </a:t>
              </a:r>
              <a:r>
                <a:rPr sz="1100" dirty="0" err="1"/>
                <a:t>ser</a:t>
              </a:r>
              <a:r>
                <a:rPr sz="1100" dirty="0"/>
                <a:t> </a:t>
              </a:r>
              <a:r>
                <a:rPr sz="1100" dirty="0" err="1"/>
                <a:t>utilizado</a:t>
              </a:r>
              <a:r>
                <a:rPr sz="1100" dirty="0"/>
                <a:t> con Node.js, lo </a:t>
              </a:r>
              <a:r>
                <a:rPr sz="1100" dirty="0" err="1"/>
                <a:t>que</a:t>
              </a:r>
              <a:r>
                <a:rPr sz="1100" dirty="0"/>
                <a:t> </a:t>
              </a:r>
              <a:r>
                <a:rPr sz="1100" dirty="0" err="1"/>
                <a:t>significa</a:t>
              </a:r>
              <a:r>
                <a:rPr sz="1100" dirty="0"/>
                <a:t> </a:t>
              </a:r>
              <a:r>
                <a:rPr sz="1100" dirty="0" err="1"/>
                <a:t>que</a:t>
              </a:r>
              <a:r>
                <a:rPr sz="1100" dirty="0"/>
                <a:t> los </a:t>
              </a:r>
              <a:r>
                <a:rPr sz="1100" dirty="0" err="1"/>
                <a:t>desarrolladores</a:t>
              </a:r>
              <a:r>
                <a:rPr sz="1100" dirty="0"/>
                <a:t> </a:t>
              </a:r>
              <a:r>
                <a:rPr sz="1100" dirty="0" err="1"/>
                <a:t>pueden</a:t>
              </a:r>
              <a:r>
                <a:rPr sz="1100" dirty="0"/>
                <a:t> </a:t>
              </a:r>
              <a:r>
                <a:rPr sz="1100" dirty="0" err="1"/>
                <a:t>utilizarlo</a:t>
              </a:r>
              <a:r>
                <a:rPr sz="1100" dirty="0"/>
                <a:t> en </a:t>
              </a:r>
              <a:r>
                <a:rPr sz="1100" dirty="0" err="1"/>
                <a:t>aplicaciones</a:t>
              </a:r>
              <a:r>
                <a:rPr sz="1100" dirty="0"/>
                <a:t> Node.js y </a:t>
              </a:r>
              <a:r>
                <a:rPr sz="1100" dirty="0" err="1"/>
                <a:t>aprovechar</a:t>
              </a:r>
              <a:r>
                <a:rPr sz="1100" dirty="0"/>
                <a:t> el </a:t>
              </a:r>
              <a:r>
                <a:rPr sz="1100" dirty="0" err="1"/>
                <a:t>modelo</a:t>
              </a:r>
              <a:r>
                <a:rPr sz="1100" dirty="0"/>
                <a:t> de </a:t>
              </a:r>
              <a:r>
                <a:rPr sz="1100" dirty="0" err="1"/>
                <a:t>programación</a:t>
              </a:r>
              <a:r>
                <a:rPr sz="1100" dirty="0"/>
                <a:t> </a:t>
              </a:r>
              <a:r>
                <a:rPr sz="1100" dirty="0" err="1"/>
                <a:t>asíncrona</a:t>
              </a:r>
              <a:r>
                <a:rPr sz="1100" dirty="0"/>
                <a:t> y no </a:t>
              </a:r>
              <a:r>
                <a:rPr sz="1100" dirty="0" err="1"/>
                <a:t>bloqueante</a:t>
              </a:r>
              <a:r>
                <a:rPr sz="1100" dirty="0"/>
                <a:t> de Node.js.</a:t>
              </a:r>
              <a:r>
                <a:rPr lang="es-MX" sz="1100" dirty="0"/>
                <a:t> </a:t>
              </a:r>
              <a:r>
                <a:rPr lang="en-GB" sz="1100" dirty="0"/>
                <a:t>&gt;</a:t>
              </a:r>
            </a:p>
          </p:txBody>
        </p:sp>
        <p:sp>
          <p:nvSpPr>
            <p:cNvPr id="27" name="Google Shape;481;p3"/>
            <p:cNvSpPr txBox="1"/>
            <p:nvPr/>
          </p:nvSpPr>
          <p:spPr>
            <a:xfrm>
              <a:off x="2778" y="3363"/>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100" dirty="0"/>
                <a:t>&lt;</a:t>
              </a:r>
              <a:r>
                <a:rPr lang="es-AR" altLang="en-GB" sz="1100" dirty="0"/>
                <a:t> </a:t>
              </a:r>
              <a:r>
                <a:rPr sz="1100" dirty="0" err="1">
                  <a:solidFill>
                    <a:srgbClr val="00B050"/>
                  </a:solidFill>
                </a:rPr>
                <a:t>Permite</a:t>
              </a:r>
              <a:r>
                <a:rPr sz="1100" dirty="0">
                  <a:solidFill>
                    <a:srgbClr val="00B050"/>
                  </a:solidFill>
                </a:rPr>
                <a:t> la </a:t>
              </a:r>
              <a:r>
                <a:rPr sz="1100" dirty="0" err="1">
                  <a:solidFill>
                    <a:srgbClr val="00B050"/>
                  </a:solidFill>
                </a:rPr>
                <a:t>definición</a:t>
              </a:r>
              <a:r>
                <a:rPr sz="1100" dirty="0">
                  <a:solidFill>
                    <a:srgbClr val="00B050"/>
                  </a:solidFill>
                </a:rPr>
                <a:t> de </a:t>
              </a:r>
              <a:r>
                <a:rPr sz="1100" dirty="0" err="1">
                  <a:solidFill>
                    <a:srgbClr val="00B050"/>
                  </a:solidFill>
                </a:rPr>
                <a:t>modelos</a:t>
              </a:r>
              <a:r>
                <a:rPr sz="1100" dirty="0">
                  <a:solidFill>
                    <a:srgbClr val="00B050"/>
                  </a:solidFill>
                </a:rPr>
                <a:t>:</a:t>
              </a:r>
              <a:r>
                <a:rPr sz="1100" dirty="0"/>
                <a:t> </a:t>
              </a:r>
              <a:r>
                <a:rPr sz="1100" dirty="0" err="1"/>
                <a:t>Sequelize</a:t>
              </a:r>
              <a:r>
                <a:rPr sz="1100" dirty="0"/>
                <a:t> </a:t>
              </a:r>
              <a:r>
                <a:rPr sz="1100" dirty="0" err="1"/>
                <a:t>permite</a:t>
              </a:r>
              <a:r>
                <a:rPr sz="1100" dirty="0"/>
                <a:t> a los </a:t>
              </a:r>
              <a:r>
                <a:rPr sz="1100" dirty="0" err="1"/>
                <a:t>desarrolladores</a:t>
              </a:r>
              <a:r>
                <a:rPr sz="1100" dirty="0"/>
                <a:t> </a:t>
              </a:r>
              <a:r>
                <a:rPr sz="1100" dirty="0" err="1"/>
                <a:t>definir</a:t>
              </a:r>
              <a:r>
                <a:rPr sz="1100" dirty="0"/>
                <a:t> </a:t>
              </a:r>
              <a:r>
                <a:rPr sz="1100" dirty="0" err="1"/>
                <a:t>modelos</a:t>
              </a:r>
              <a:r>
                <a:rPr sz="1100" dirty="0"/>
                <a:t> </a:t>
              </a:r>
              <a:r>
                <a:rPr sz="1100" dirty="0" err="1"/>
                <a:t>que</a:t>
              </a:r>
              <a:r>
                <a:rPr sz="1100" dirty="0"/>
                <a:t> </a:t>
              </a:r>
              <a:r>
                <a:rPr sz="1100" dirty="0" err="1"/>
                <a:t>representen</a:t>
              </a:r>
              <a:r>
                <a:rPr sz="1100" dirty="0"/>
                <a:t> </a:t>
              </a:r>
              <a:r>
                <a:rPr sz="1100" dirty="0" err="1"/>
                <a:t>tablas</a:t>
              </a:r>
              <a:r>
                <a:rPr sz="1100" dirty="0"/>
                <a:t> en la base de </a:t>
              </a:r>
              <a:r>
                <a:rPr sz="1100" dirty="0" err="1"/>
                <a:t>datos</a:t>
              </a:r>
              <a:r>
                <a:rPr sz="1100" dirty="0"/>
                <a:t>, lo </a:t>
              </a:r>
              <a:r>
                <a:rPr sz="1100" dirty="0" err="1"/>
                <a:t>que</a:t>
              </a:r>
              <a:r>
                <a:rPr sz="1100" dirty="0"/>
                <a:t> </a:t>
              </a:r>
              <a:r>
                <a:rPr sz="1100" dirty="0" err="1"/>
                <a:t>facilita</a:t>
              </a:r>
              <a:r>
                <a:rPr sz="1100" dirty="0"/>
                <a:t> la </a:t>
              </a:r>
              <a:r>
                <a:rPr sz="1100" dirty="0" err="1"/>
                <a:t>escritura</a:t>
              </a:r>
              <a:r>
                <a:rPr sz="1100" dirty="0"/>
                <a:t> de </a:t>
              </a:r>
              <a:r>
                <a:rPr sz="1100" dirty="0" err="1"/>
                <a:t>consultas</a:t>
              </a:r>
              <a:r>
                <a:rPr sz="1100" dirty="0"/>
                <a:t> y </a:t>
              </a:r>
              <a:r>
                <a:rPr sz="1100" dirty="0" err="1"/>
                <a:t>ayuda</a:t>
              </a:r>
              <a:r>
                <a:rPr sz="1100" dirty="0"/>
                <a:t> a </a:t>
              </a:r>
              <a:r>
                <a:rPr sz="1100" dirty="0" err="1"/>
                <a:t>mantener</a:t>
              </a:r>
              <a:r>
                <a:rPr sz="1100" dirty="0"/>
                <a:t> </a:t>
              </a:r>
              <a:r>
                <a:rPr sz="1100" dirty="0" err="1"/>
                <a:t>una</a:t>
              </a:r>
              <a:r>
                <a:rPr sz="1100" dirty="0"/>
                <a:t> </a:t>
              </a:r>
              <a:r>
                <a:rPr sz="1100" dirty="0" err="1"/>
                <a:t>estructura</a:t>
              </a:r>
              <a:r>
                <a:rPr sz="1100" dirty="0"/>
                <a:t> </a:t>
              </a:r>
              <a:r>
                <a:rPr sz="1100" dirty="0" err="1"/>
                <a:t>coherente</a:t>
              </a:r>
              <a:r>
                <a:rPr sz="1100" dirty="0"/>
                <a:t> en la base de </a:t>
              </a:r>
              <a:r>
                <a:rPr sz="1100" dirty="0" err="1"/>
                <a:t>datos</a:t>
              </a:r>
              <a:r>
                <a:rPr sz="1100" dirty="0"/>
                <a:t>.</a:t>
              </a:r>
              <a:r>
                <a:rPr lang="es-MX" sz="1100" dirty="0"/>
                <a:t> </a:t>
              </a:r>
              <a:r>
                <a:rPr lang="en-GB" sz="1100" dirty="0"/>
                <a:t>&gt;</a:t>
              </a:r>
            </a:p>
          </p:txBody>
        </p:sp>
        <p:sp>
          <p:nvSpPr>
            <p:cNvPr id="30" name="Google Shape;481;p3"/>
            <p:cNvSpPr txBox="1"/>
            <p:nvPr/>
          </p:nvSpPr>
          <p:spPr>
            <a:xfrm>
              <a:off x="2778" y="4217"/>
              <a:ext cx="11308" cy="58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100" dirty="0"/>
                <a:t>&lt;</a:t>
              </a:r>
              <a:r>
                <a:rPr lang="es-AR" altLang="en-GB" sz="1100" dirty="0"/>
                <a:t> </a:t>
              </a:r>
              <a:r>
                <a:rPr sz="1100" dirty="0" err="1">
                  <a:solidFill>
                    <a:srgbClr val="00B050"/>
                  </a:solidFill>
                </a:rPr>
                <a:t>Soporte</a:t>
              </a:r>
              <a:r>
                <a:rPr sz="1100" dirty="0">
                  <a:solidFill>
                    <a:srgbClr val="00B050"/>
                  </a:solidFill>
                </a:rPr>
                <a:t> para </a:t>
              </a:r>
              <a:r>
                <a:rPr sz="1100" dirty="0" err="1">
                  <a:solidFill>
                    <a:srgbClr val="00B050"/>
                  </a:solidFill>
                </a:rPr>
                <a:t>diferentes</a:t>
              </a:r>
              <a:r>
                <a:rPr sz="1100" dirty="0">
                  <a:solidFill>
                    <a:srgbClr val="00B050"/>
                  </a:solidFill>
                </a:rPr>
                <a:t> bases de </a:t>
              </a:r>
              <a:r>
                <a:rPr sz="1100" dirty="0" err="1">
                  <a:solidFill>
                    <a:srgbClr val="00B050"/>
                  </a:solidFill>
                </a:rPr>
                <a:t>datos</a:t>
              </a:r>
              <a:r>
                <a:rPr sz="1100" dirty="0">
                  <a:solidFill>
                    <a:srgbClr val="00B050"/>
                  </a:solidFill>
                </a:rPr>
                <a:t>:</a:t>
              </a:r>
              <a:r>
                <a:rPr sz="1100" dirty="0"/>
                <a:t> </a:t>
              </a:r>
              <a:r>
                <a:rPr sz="1100" dirty="0" err="1"/>
                <a:t>Sequelize</a:t>
              </a:r>
              <a:r>
                <a:rPr sz="1100" dirty="0"/>
                <a:t> </a:t>
              </a:r>
              <a:r>
                <a:rPr sz="1100" dirty="0" err="1"/>
                <a:t>soporta</a:t>
              </a:r>
              <a:r>
                <a:rPr sz="1100" dirty="0"/>
                <a:t> </a:t>
              </a:r>
              <a:r>
                <a:rPr sz="1100" dirty="0" err="1"/>
                <a:t>una</a:t>
              </a:r>
              <a:r>
                <a:rPr sz="1100" dirty="0"/>
                <a:t> </a:t>
              </a:r>
              <a:r>
                <a:rPr sz="1100" dirty="0" err="1"/>
                <a:t>amplia</a:t>
              </a:r>
              <a:r>
                <a:rPr sz="1100" dirty="0"/>
                <a:t> </a:t>
              </a:r>
              <a:r>
                <a:rPr sz="1100" dirty="0" err="1"/>
                <a:t>gama</a:t>
              </a:r>
              <a:r>
                <a:rPr sz="1100" dirty="0"/>
                <a:t> de bases de </a:t>
              </a:r>
              <a:r>
                <a:rPr sz="1100" dirty="0" err="1"/>
                <a:t>datos</a:t>
              </a:r>
              <a:r>
                <a:rPr sz="1100" dirty="0"/>
                <a:t> SQL, </a:t>
              </a:r>
              <a:r>
                <a:rPr sz="1100" dirty="0" err="1"/>
                <a:t>incluyendo</a:t>
              </a:r>
              <a:r>
                <a:rPr sz="1100" dirty="0"/>
                <a:t> MySQL, </a:t>
              </a:r>
              <a:r>
                <a:rPr sz="1100" dirty="0" err="1"/>
                <a:t>PostgreSQL</a:t>
              </a:r>
              <a:r>
                <a:rPr sz="1100" dirty="0"/>
                <a:t>, SQLite y Microsoft SQL Server. </a:t>
              </a:r>
              <a:r>
                <a:rPr sz="1100" dirty="0" err="1"/>
                <a:t>Esto</a:t>
              </a:r>
              <a:r>
                <a:rPr sz="1100" dirty="0"/>
                <a:t> </a:t>
              </a:r>
              <a:r>
                <a:rPr sz="1100" dirty="0" err="1"/>
                <a:t>permite</a:t>
              </a:r>
              <a:r>
                <a:rPr sz="1100" dirty="0"/>
                <a:t> a los </a:t>
              </a:r>
              <a:r>
                <a:rPr sz="1100" dirty="0" err="1"/>
                <a:t>desarrolladores</a:t>
              </a:r>
              <a:r>
                <a:rPr sz="1100" dirty="0"/>
                <a:t> </a:t>
              </a:r>
              <a:r>
                <a:rPr sz="1100" dirty="0" err="1"/>
                <a:t>utilizar</a:t>
              </a:r>
              <a:r>
                <a:rPr sz="1100" dirty="0"/>
                <a:t> la </a:t>
              </a:r>
              <a:r>
                <a:rPr sz="1100" dirty="0" err="1"/>
                <a:t>misma</a:t>
              </a:r>
              <a:r>
                <a:rPr sz="1100" dirty="0"/>
                <a:t> API para </a:t>
              </a:r>
              <a:r>
                <a:rPr sz="1100" dirty="0" err="1"/>
                <a:t>interactuar</a:t>
              </a:r>
              <a:r>
                <a:rPr sz="1100" dirty="0"/>
                <a:t> con </a:t>
              </a:r>
              <a:r>
                <a:rPr sz="1100" dirty="0" err="1"/>
                <a:t>diferentes</a:t>
              </a:r>
              <a:r>
                <a:rPr sz="1100" dirty="0"/>
                <a:t> bases de </a:t>
              </a:r>
              <a:r>
                <a:rPr sz="1100" dirty="0" err="1"/>
                <a:t>datos</a:t>
              </a:r>
              <a:r>
                <a:rPr sz="1100" dirty="0"/>
                <a:t> SQL.</a:t>
              </a:r>
              <a:r>
                <a:rPr lang="es-MX" sz="1100" dirty="0"/>
                <a:t> </a:t>
              </a:r>
              <a:r>
                <a:rPr lang="en-GB" sz="1100" dirty="0"/>
                <a:t>&gt;</a:t>
              </a:r>
            </a:p>
          </p:txBody>
        </p:sp>
        <p:sp>
          <p:nvSpPr>
            <p:cNvPr id="33" name="Google Shape;481;p3"/>
            <p:cNvSpPr txBox="1"/>
            <p:nvPr/>
          </p:nvSpPr>
          <p:spPr>
            <a:xfrm>
              <a:off x="2778" y="4844"/>
              <a:ext cx="11308" cy="58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100" dirty="0"/>
                <a:t>&lt;</a:t>
              </a:r>
              <a:r>
                <a:rPr sz="1100" dirty="0" err="1">
                  <a:solidFill>
                    <a:srgbClr val="00B050"/>
                  </a:solidFill>
                </a:rPr>
                <a:t>Migraciones</a:t>
              </a:r>
              <a:r>
                <a:rPr sz="1100" dirty="0">
                  <a:solidFill>
                    <a:srgbClr val="00B050"/>
                  </a:solidFill>
                </a:rPr>
                <a:t> y </a:t>
              </a:r>
              <a:r>
                <a:rPr sz="1100" dirty="0" err="1">
                  <a:solidFill>
                    <a:srgbClr val="00B050"/>
                  </a:solidFill>
                </a:rPr>
                <a:t>validación</a:t>
              </a:r>
              <a:r>
                <a:rPr sz="1100" dirty="0">
                  <a:solidFill>
                    <a:srgbClr val="00B050"/>
                  </a:solidFill>
                </a:rPr>
                <a:t> de </a:t>
              </a:r>
              <a:r>
                <a:rPr sz="1100" dirty="0" err="1">
                  <a:solidFill>
                    <a:srgbClr val="00B050"/>
                  </a:solidFill>
                </a:rPr>
                <a:t>datos</a:t>
              </a:r>
              <a:r>
                <a:rPr sz="1100" dirty="0">
                  <a:solidFill>
                    <a:srgbClr val="00B050"/>
                  </a:solidFill>
                </a:rPr>
                <a:t>:</a:t>
              </a:r>
              <a:r>
                <a:rPr sz="1100" dirty="0"/>
                <a:t> </a:t>
              </a:r>
              <a:r>
                <a:rPr sz="1100" dirty="0" err="1"/>
                <a:t>Sequelize</a:t>
              </a:r>
              <a:r>
                <a:rPr sz="1100" dirty="0"/>
                <a:t> </a:t>
              </a:r>
              <a:r>
                <a:rPr sz="1100" dirty="0" err="1"/>
                <a:t>proporciona</a:t>
              </a:r>
              <a:r>
                <a:rPr sz="1100" dirty="0"/>
                <a:t> </a:t>
              </a:r>
              <a:r>
                <a:rPr sz="1100" dirty="0" err="1"/>
                <a:t>funciones</a:t>
              </a:r>
              <a:r>
                <a:rPr sz="1100" dirty="0"/>
                <a:t> para </a:t>
              </a:r>
              <a:r>
                <a:rPr sz="1100" dirty="0" err="1"/>
                <a:t>realizar</a:t>
              </a:r>
              <a:r>
                <a:rPr sz="1100" dirty="0"/>
                <a:t> </a:t>
              </a:r>
              <a:r>
                <a:rPr sz="1100" dirty="0" err="1"/>
                <a:t>migraciones</a:t>
              </a:r>
              <a:r>
                <a:rPr sz="1100" dirty="0"/>
                <a:t> de </a:t>
              </a:r>
              <a:r>
                <a:rPr sz="1100" dirty="0" err="1"/>
                <a:t>manera</a:t>
              </a:r>
              <a:r>
                <a:rPr sz="1100" dirty="0"/>
                <a:t> </a:t>
              </a:r>
              <a:r>
                <a:rPr sz="1100" dirty="0" err="1"/>
                <a:t>controlada</a:t>
              </a:r>
              <a:r>
                <a:rPr sz="1100" dirty="0"/>
                <a:t> y reversible, y para </a:t>
              </a:r>
              <a:r>
                <a:rPr sz="1100" dirty="0" err="1"/>
                <a:t>validar</a:t>
              </a:r>
              <a:r>
                <a:rPr sz="1100" dirty="0"/>
                <a:t> los </a:t>
              </a:r>
              <a:r>
                <a:rPr sz="1100" dirty="0" err="1"/>
                <a:t>datos</a:t>
              </a:r>
              <a:r>
                <a:rPr sz="1100" dirty="0"/>
                <a:t> antes de </a:t>
              </a:r>
              <a:r>
                <a:rPr sz="1100" dirty="0" err="1"/>
                <a:t>que</a:t>
              </a:r>
              <a:r>
                <a:rPr sz="1100" dirty="0"/>
                <a:t> se </a:t>
              </a:r>
              <a:r>
                <a:rPr sz="1100" dirty="0" err="1"/>
                <a:t>inserten</a:t>
              </a:r>
              <a:r>
                <a:rPr sz="1100" dirty="0"/>
                <a:t> en la base de </a:t>
              </a:r>
              <a:r>
                <a:rPr sz="1100" dirty="0" err="1"/>
                <a:t>datos</a:t>
              </a:r>
              <a:r>
                <a:rPr sz="1100" dirty="0"/>
                <a:t>.</a:t>
              </a:r>
              <a:r>
                <a:rPr lang="es-MX" sz="1100" dirty="0"/>
                <a:t> </a:t>
              </a:r>
              <a:r>
                <a:rPr lang="en-GB" sz="1100" dirty="0"/>
                <a:t>&gt;</a:t>
              </a:r>
            </a:p>
          </p:txBody>
        </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46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462" name="Google Shape;462;p1"/>
          <p:cNvGrpSpPr/>
          <p:nvPr/>
        </p:nvGrpSpPr>
        <p:grpSpPr>
          <a:xfrm>
            <a:off x="1388745" y="1059816"/>
            <a:ext cx="506095" cy="3420692"/>
            <a:chOff x="1388760" y="1449985"/>
            <a:chExt cx="506100" cy="2552735"/>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4213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764030" y="1203960"/>
            <a:ext cx="7200900" cy="2925445"/>
            <a:chOff x="2778" y="1800"/>
            <a:chExt cx="11340" cy="2162"/>
          </a:xfrm>
        </p:grpSpPr>
        <p:sp>
          <p:nvSpPr>
            <p:cNvPr id="481" name="Google Shape;481;p3"/>
            <p:cNvSpPr txBox="1"/>
            <p:nvPr/>
          </p:nvSpPr>
          <p:spPr>
            <a:xfrm>
              <a:off x="2778" y="1800"/>
              <a:ext cx="11308" cy="73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s-AR" altLang="en-GB" sz="1200" dirty="0">
                  <a:solidFill>
                    <a:srgbClr val="FF4B4B"/>
                  </a:solidFill>
                </a:rPr>
                <a:t> </a:t>
              </a:r>
              <a:r>
                <a:rPr lang="en-GB" sz="1200" dirty="0" err="1">
                  <a:solidFill>
                    <a:srgbClr val="FF4B4B"/>
                  </a:solidFill>
                </a:rPr>
                <a:t>Curva</a:t>
              </a:r>
              <a:r>
                <a:rPr lang="en-GB" sz="1200" dirty="0">
                  <a:solidFill>
                    <a:srgbClr val="FF4B4B"/>
                  </a:solidFill>
                </a:rPr>
                <a:t> de </a:t>
              </a:r>
              <a:r>
                <a:rPr lang="en-GB" sz="1200" dirty="0" err="1">
                  <a:solidFill>
                    <a:srgbClr val="FF4B4B"/>
                  </a:solidFill>
                </a:rPr>
                <a:t>aprendizaje</a:t>
              </a:r>
              <a:r>
                <a:rPr lang="es-MX" altLang="en-GB" sz="1200" dirty="0">
                  <a:solidFill>
                    <a:srgbClr val="FF4B4B"/>
                  </a:solidFill>
                </a:rPr>
                <a:t>:</a:t>
              </a:r>
              <a:r>
                <a:rPr lang="en-GB" sz="1200" dirty="0"/>
                <a:t> </a:t>
              </a:r>
              <a:r>
                <a:rPr lang="en-GB" sz="1200" dirty="0" err="1"/>
                <a:t>Aunque</a:t>
              </a:r>
              <a:r>
                <a:rPr lang="en-GB" sz="1200" dirty="0"/>
                <a:t> </a:t>
              </a:r>
              <a:r>
                <a:rPr lang="en-GB" sz="1200" dirty="0" err="1"/>
                <a:t>Sequelize</a:t>
              </a:r>
              <a:r>
                <a:rPr lang="en-GB" sz="1200" dirty="0"/>
                <a:t> </a:t>
              </a:r>
              <a:r>
                <a:rPr lang="en-GB" sz="1200" dirty="0" err="1"/>
                <a:t>simplifica</a:t>
              </a:r>
              <a:r>
                <a:rPr lang="en-GB" sz="1200" dirty="0"/>
                <a:t> la </a:t>
              </a:r>
              <a:r>
                <a:rPr lang="en-GB" sz="1200" dirty="0" err="1"/>
                <a:t>interacción</a:t>
              </a:r>
              <a:r>
                <a:rPr lang="en-GB" sz="1200" dirty="0"/>
                <a:t> con la base de </a:t>
              </a:r>
              <a:r>
                <a:rPr lang="en-GB" sz="1200" dirty="0" err="1"/>
                <a:t>datos</a:t>
              </a:r>
              <a:r>
                <a:rPr lang="en-GB" sz="1200" dirty="0"/>
                <a:t>, </a:t>
              </a:r>
              <a:r>
                <a:rPr lang="en-GB" sz="1200" dirty="0" err="1"/>
                <a:t>todavía</a:t>
              </a:r>
              <a:r>
                <a:rPr lang="en-GB" sz="1200" dirty="0"/>
                <a:t> hay </a:t>
              </a:r>
              <a:r>
                <a:rPr lang="en-GB" sz="1200" dirty="0" err="1"/>
                <a:t>una</a:t>
              </a:r>
              <a:r>
                <a:rPr lang="en-GB" sz="1200" dirty="0"/>
                <a:t> </a:t>
              </a:r>
              <a:r>
                <a:rPr lang="en-GB" sz="1200" dirty="0" err="1"/>
                <a:t>curva</a:t>
              </a:r>
              <a:r>
                <a:rPr lang="en-GB" sz="1200" dirty="0"/>
                <a:t> de </a:t>
              </a:r>
              <a:r>
                <a:rPr lang="en-GB" sz="1200" dirty="0" err="1"/>
                <a:t>aprendizaje</a:t>
              </a:r>
              <a:r>
                <a:rPr lang="en-GB" sz="1200" dirty="0"/>
                <a:t> para </a:t>
              </a:r>
              <a:r>
                <a:rPr lang="en-GB" sz="1200" dirty="0" err="1"/>
                <a:t>utilizar</a:t>
              </a:r>
              <a:r>
                <a:rPr lang="en-GB" sz="1200" dirty="0"/>
                <a:t> </a:t>
              </a:r>
              <a:r>
                <a:rPr lang="en-GB" sz="1200" dirty="0" err="1"/>
                <a:t>correctamente</a:t>
              </a:r>
              <a:r>
                <a:rPr lang="en-GB" sz="1200" dirty="0"/>
                <a:t> la API y </a:t>
              </a:r>
              <a:r>
                <a:rPr lang="en-GB" sz="1200" dirty="0" err="1"/>
                <a:t>entender</a:t>
              </a:r>
              <a:r>
                <a:rPr lang="en-GB" sz="1200" dirty="0"/>
                <a:t> los </a:t>
              </a:r>
              <a:r>
                <a:rPr lang="en-GB" sz="1200" dirty="0" err="1"/>
                <a:t>conceptos</a:t>
              </a:r>
              <a:r>
                <a:rPr lang="en-GB" sz="1200" dirty="0"/>
                <a:t> </a:t>
              </a:r>
              <a:r>
                <a:rPr lang="en-GB" sz="1200" dirty="0" err="1"/>
                <a:t>relacionados</a:t>
              </a:r>
              <a:r>
                <a:rPr lang="en-GB" sz="1200" dirty="0"/>
                <a:t> con </a:t>
              </a:r>
              <a:r>
                <a:rPr lang="en-GB" sz="1200" dirty="0" err="1"/>
                <a:t>las</a:t>
              </a:r>
              <a:r>
                <a:rPr lang="en-GB" sz="1200" dirty="0"/>
                <a:t> bases de </a:t>
              </a:r>
              <a:r>
                <a:rPr lang="en-GB" sz="1200" dirty="0" err="1"/>
                <a:t>datos</a:t>
              </a:r>
              <a:r>
                <a:rPr lang="en-GB" sz="1200" dirty="0"/>
                <a:t>.</a:t>
              </a:r>
              <a:r>
                <a:rPr lang="es-AR" altLang="en-GB" sz="1200" dirty="0"/>
                <a:t> </a:t>
              </a:r>
              <a:r>
                <a:rPr lang="en-GB" sz="1200" dirty="0"/>
                <a:t>&gt;</a:t>
              </a:r>
            </a:p>
          </p:txBody>
        </p:sp>
        <p:sp>
          <p:nvSpPr>
            <p:cNvPr id="24" name="Google Shape;481;p3"/>
            <p:cNvSpPr txBox="1"/>
            <p:nvPr/>
          </p:nvSpPr>
          <p:spPr>
            <a:xfrm>
              <a:off x="2810" y="2493"/>
              <a:ext cx="11308" cy="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s-AR" altLang="en-GB" sz="1200" dirty="0"/>
                <a:t> </a:t>
              </a:r>
              <a:r>
                <a:rPr sz="1200" dirty="0" err="1">
                  <a:solidFill>
                    <a:srgbClr val="FF4B4B"/>
                  </a:solidFill>
                </a:rPr>
                <a:t>Rendimiento</a:t>
              </a:r>
              <a:r>
                <a:rPr sz="1200" dirty="0">
                  <a:solidFill>
                    <a:srgbClr val="FF4B4B"/>
                  </a:solidFill>
                </a:rPr>
                <a:t>:</a:t>
              </a:r>
              <a:r>
                <a:rPr sz="1200" dirty="0"/>
                <a:t> </a:t>
              </a:r>
              <a:r>
                <a:rPr sz="1200" dirty="0" err="1"/>
                <a:t>Algunos</a:t>
              </a:r>
              <a:r>
                <a:rPr sz="1200" dirty="0"/>
                <a:t> </a:t>
              </a:r>
              <a:r>
                <a:rPr sz="1200" dirty="0" err="1"/>
                <a:t>desarrolladores</a:t>
              </a:r>
              <a:r>
                <a:rPr sz="1200" dirty="0"/>
                <a:t> </a:t>
              </a:r>
              <a:r>
                <a:rPr sz="1200" dirty="0" err="1"/>
                <a:t>argumentan</a:t>
              </a:r>
              <a:r>
                <a:rPr sz="1200" dirty="0"/>
                <a:t> </a:t>
              </a:r>
              <a:r>
                <a:rPr sz="1200" dirty="0" err="1"/>
                <a:t>que</a:t>
              </a:r>
              <a:r>
                <a:rPr sz="1200" dirty="0"/>
                <a:t> </a:t>
              </a:r>
              <a:r>
                <a:rPr sz="1200" dirty="0" err="1"/>
                <a:t>Sequelize</a:t>
              </a:r>
              <a:r>
                <a:rPr sz="1200" dirty="0"/>
                <a:t> </a:t>
              </a:r>
              <a:r>
                <a:rPr sz="1200" dirty="0" err="1"/>
                <a:t>puede</a:t>
              </a:r>
              <a:r>
                <a:rPr sz="1200" dirty="0"/>
                <a:t> </a:t>
              </a:r>
              <a:r>
                <a:rPr sz="1200" dirty="0" err="1"/>
                <a:t>ser</a:t>
              </a:r>
              <a:r>
                <a:rPr sz="1200" dirty="0"/>
                <a:t> un </a:t>
              </a:r>
              <a:r>
                <a:rPr sz="1200" dirty="0" err="1"/>
                <a:t>poco</a:t>
              </a:r>
              <a:r>
                <a:rPr sz="1200" dirty="0"/>
                <a:t> </a:t>
              </a:r>
              <a:r>
                <a:rPr sz="1200" dirty="0" err="1"/>
                <a:t>más</a:t>
              </a:r>
              <a:r>
                <a:rPr sz="1200" dirty="0"/>
                <a:t> lento </a:t>
              </a:r>
              <a:r>
                <a:rPr sz="1200" dirty="0" err="1"/>
                <a:t>que</a:t>
              </a:r>
              <a:r>
                <a:rPr sz="1200" dirty="0"/>
                <a:t> </a:t>
              </a:r>
              <a:r>
                <a:rPr sz="1200" dirty="0" err="1"/>
                <a:t>otras</a:t>
              </a:r>
              <a:r>
                <a:rPr sz="1200" dirty="0"/>
                <a:t> </a:t>
              </a:r>
              <a:r>
                <a:rPr sz="1200" dirty="0" err="1"/>
                <a:t>formas</a:t>
              </a:r>
              <a:r>
                <a:rPr sz="1200" dirty="0"/>
                <a:t> de </a:t>
              </a:r>
              <a:r>
                <a:rPr sz="1200" dirty="0" err="1"/>
                <a:t>interactuar</a:t>
              </a:r>
              <a:r>
                <a:rPr sz="1200" dirty="0"/>
                <a:t> con la base de </a:t>
              </a:r>
              <a:r>
                <a:rPr sz="1200" dirty="0" err="1"/>
                <a:t>datos</a:t>
              </a:r>
              <a:r>
                <a:rPr sz="1200" dirty="0"/>
                <a:t> SQL. Sin embargo, </a:t>
              </a:r>
              <a:r>
                <a:rPr sz="1200" dirty="0" err="1"/>
                <a:t>esto</a:t>
              </a:r>
              <a:r>
                <a:rPr sz="1200" dirty="0"/>
                <a:t> </a:t>
              </a:r>
              <a:r>
                <a:rPr sz="1200" dirty="0" err="1"/>
                <a:t>depende</a:t>
              </a:r>
              <a:r>
                <a:rPr sz="1200" dirty="0"/>
                <a:t> en gran </a:t>
              </a:r>
              <a:r>
                <a:rPr sz="1200" dirty="0" err="1"/>
                <a:t>medida</a:t>
              </a:r>
              <a:r>
                <a:rPr sz="1200" dirty="0"/>
                <a:t> del </a:t>
              </a:r>
              <a:r>
                <a:rPr sz="1200" dirty="0" err="1"/>
                <a:t>uso</a:t>
              </a:r>
              <a:r>
                <a:rPr sz="1200" dirty="0"/>
                <a:t> </a:t>
              </a:r>
              <a:r>
                <a:rPr sz="1200" dirty="0" err="1"/>
                <a:t>que</a:t>
              </a:r>
              <a:r>
                <a:rPr sz="1200" dirty="0"/>
                <a:t> se le </a:t>
              </a:r>
              <a:r>
                <a:rPr sz="1200" dirty="0" err="1"/>
                <a:t>dé</a:t>
              </a:r>
              <a:r>
                <a:rPr sz="1200" dirty="0"/>
                <a:t> y de la </a:t>
              </a:r>
              <a:r>
                <a:rPr sz="1200" dirty="0" err="1"/>
                <a:t>complejidad</a:t>
              </a:r>
              <a:r>
                <a:rPr sz="1200" dirty="0"/>
                <a:t> de </a:t>
              </a:r>
              <a:r>
                <a:rPr sz="1200" dirty="0" err="1"/>
                <a:t>las</a:t>
              </a:r>
              <a:r>
                <a:rPr sz="1200" dirty="0"/>
                <a:t> </a:t>
              </a:r>
              <a:r>
                <a:rPr sz="1200" dirty="0" err="1"/>
                <a:t>consultas</a:t>
              </a:r>
              <a:r>
                <a:rPr sz="1200" dirty="0"/>
                <a:t> </a:t>
              </a:r>
              <a:r>
                <a:rPr sz="1200" dirty="0" err="1"/>
                <a:t>realizadas</a:t>
              </a:r>
              <a:r>
                <a:rPr sz="1200" dirty="0"/>
                <a:t>.</a:t>
              </a:r>
              <a:r>
                <a:rPr lang="es-MX" sz="1200" dirty="0"/>
                <a:t> </a:t>
              </a:r>
              <a:r>
                <a:rPr lang="en-GB" sz="1200" dirty="0"/>
                <a:t>&gt;</a:t>
              </a:r>
            </a:p>
          </p:txBody>
        </p:sp>
        <p:sp>
          <p:nvSpPr>
            <p:cNvPr id="27" name="Google Shape;481;p3"/>
            <p:cNvSpPr txBox="1"/>
            <p:nvPr/>
          </p:nvSpPr>
          <p:spPr>
            <a:xfrm>
              <a:off x="2810" y="3167"/>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FF4B4B"/>
                  </a:solidFill>
                </a:rPr>
                <a:t>Requiere mantenimiento:</a:t>
              </a:r>
              <a:r>
                <a:rPr sz="1200"/>
                <a:t> Como cualquier otra herramienta o librería, Sequelize requiere mantenimiento y actualizaciones periódicas para asegurarse de que se está utilizando la versión más reciente y se están solucionando los errores.</a:t>
              </a:r>
              <a:r>
                <a:rPr lang="es-MX" sz="1200"/>
                <a:t> </a:t>
              </a:r>
              <a:r>
                <a:rPr lang="en-GB" sz="1200"/>
                <a:t>&gt;</a:t>
              </a: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5" name="Google Shape;458;p1"/>
          <p:cNvSpPr txBox="1">
            <a:spLocks noGrp="1"/>
          </p:cNvSpPr>
          <p:nvPr>
            <p:ph type="ctrTitle"/>
          </p:nvPr>
        </p:nvSpPr>
        <p:spPr>
          <a:xfrm>
            <a:off x="1395730" y="555625"/>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1800" dirty="0" smtClean="0">
                <a:sym typeface="+mn-ea"/>
              </a:rPr>
              <a:t>Desventajas de </a:t>
            </a:r>
            <a:r>
              <a:rPr lang="es-AR" sz="1800" dirty="0" err="1" smtClean="0">
                <a:sym typeface="+mn-ea"/>
              </a:rPr>
              <a:t>Sequelize</a:t>
            </a:r>
            <a:r>
              <a:rPr lang="es-AR" sz="1800" dirty="0">
                <a:sym typeface="+mn-ea"/>
              </a:rPr>
              <a:t> </a:t>
            </a:r>
            <a:r>
              <a:rPr lang="en-GB" sz="1800" dirty="0" smtClean="0">
                <a:solidFill>
                  <a:schemeClr val="accent3"/>
                </a:solidFill>
              </a:rPr>
              <a:t>{</a:t>
            </a:r>
            <a:endParaRPr sz="1800" dirty="0">
              <a:solidFill>
                <a:schemeClr val="accent3"/>
              </a:solidFill>
            </a:endParaRPr>
          </a:p>
        </p:txBody>
      </p:sp>
      <p:sp>
        <p:nvSpPr>
          <p:cNvPr id="46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MX" sz="1600" dirty="0" smtClean="0">
                <a:sym typeface="+mn-ea"/>
              </a:rPr>
              <a:t>O</a:t>
            </a:r>
            <a:r>
              <a:rPr sz="1600" dirty="0" err="1" smtClean="0">
                <a:sym typeface="+mn-ea"/>
              </a:rPr>
              <a:t>peraciones</a:t>
            </a:r>
            <a:r>
              <a:rPr sz="1600" dirty="0" smtClean="0">
                <a:sym typeface="+mn-ea"/>
              </a:rPr>
              <a:t> </a:t>
            </a:r>
            <a:r>
              <a:rPr sz="1600" dirty="0" err="1">
                <a:sym typeface="+mn-ea"/>
              </a:rPr>
              <a:t>básicas</a:t>
            </a:r>
            <a:r>
              <a:rPr sz="1600" dirty="0">
                <a:sym typeface="+mn-ea"/>
              </a:rPr>
              <a:t> </a:t>
            </a:r>
            <a:r>
              <a:rPr sz="1600" dirty="0" err="1">
                <a:sym typeface="+mn-ea"/>
              </a:rPr>
              <a:t>sobre</a:t>
            </a:r>
            <a:r>
              <a:rPr sz="1600" dirty="0">
                <a:sym typeface="+mn-ea"/>
              </a:rPr>
              <a:t> </a:t>
            </a:r>
            <a:r>
              <a:rPr sz="1600" dirty="0" err="1">
                <a:sym typeface="+mn-ea"/>
              </a:rPr>
              <a:t>una</a:t>
            </a:r>
            <a:r>
              <a:rPr sz="1600" dirty="0">
                <a:sym typeface="+mn-ea"/>
              </a:rPr>
              <a:t> base de </a:t>
            </a:r>
            <a:r>
              <a:rPr sz="1600" dirty="0" err="1" smtClean="0">
                <a:sym typeface="+mn-ea"/>
              </a:rPr>
              <a:t>datos</a:t>
            </a:r>
            <a:r>
              <a:rPr lang="es-MX" sz="1600" dirty="0" smtClean="0">
                <a:sym typeface="+mn-ea"/>
              </a:rPr>
              <a:t> SQL </a:t>
            </a:r>
            <a:r>
              <a:rPr lang="en-GB" sz="1600" dirty="0" smtClean="0">
                <a:solidFill>
                  <a:schemeClr val="accent3"/>
                </a:solidFill>
              </a:rPr>
              <a:t>{</a:t>
            </a:r>
            <a:endParaRPr sz="1600" dirty="0">
              <a:solidFill>
                <a:schemeClr val="accent3"/>
              </a:solidFill>
            </a:endParaRPr>
          </a:p>
        </p:txBody>
      </p:sp>
      <p:grpSp>
        <p:nvGrpSpPr>
          <p:cNvPr id="462" name="Google Shape;462;p1"/>
          <p:cNvGrpSpPr/>
          <p:nvPr/>
        </p:nvGrpSpPr>
        <p:grpSpPr>
          <a:xfrm>
            <a:off x="1336923" y="1275650"/>
            <a:ext cx="506095" cy="3389577"/>
            <a:chOff x="1388760" y="1449985"/>
            <a:chExt cx="506100" cy="2529515"/>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1891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1600" b="0" i="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a:t>
              </a: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674495" y="1029679"/>
            <a:ext cx="7469505" cy="3181446"/>
            <a:chOff x="2778" y="1628"/>
            <a:chExt cx="11763" cy="3829"/>
          </a:xfrm>
        </p:grpSpPr>
        <p:sp>
          <p:nvSpPr>
            <p:cNvPr id="481" name="Google Shape;481;p3"/>
            <p:cNvSpPr txBox="1"/>
            <p:nvPr/>
          </p:nvSpPr>
          <p:spPr>
            <a:xfrm>
              <a:off x="2778" y="1628"/>
              <a:ext cx="11600" cy="89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smtClean="0"/>
                <a:t>&lt;</a:t>
              </a:r>
              <a:r>
                <a:rPr lang="en-GB" sz="1200" b="1" dirty="0" smtClean="0">
                  <a:solidFill>
                    <a:srgbClr val="00B0F0"/>
                  </a:solidFill>
                </a:rPr>
                <a:t>Insert</a:t>
              </a:r>
              <a:r>
                <a:rPr lang="en-GB" sz="1200" dirty="0" smtClean="0">
                  <a:solidFill>
                    <a:srgbClr val="00B0F0"/>
                  </a:solidFill>
                </a:rPr>
                <a:t>: </a:t>
              </a:r>
              <a:r>
                <a:rPr lang="en-GB" sz="1200" dirty="0"/>
                <a:t>La </a:t>
              </a:r>
              <a:r>
                <a:rPr lang="en-GB" sz="1200" dirty="0" err="1"/>
                <a:t>operación</a:t>
              </a:r>
              <a:r>
                <a:rPr lang="en-GB" sz="1200" dirty="0"/>
                <a:t> de </a:t>
              </a:r>
              <a:r>
                <a:rPr lang="en-GB" sz="1200" dirty="0" err="1"/>
                <a:t>inserción</a:t>
              </a:r>
              <a:r>
                <a:rPr lang="en-GB" sz="1200" dirty="0"/>
                <a:t> se </a:t>
              </a:r>
              <a:r>
                <a:rPr lang="en-GB" sz="1200" dirty="0" err="1"/>
                <a:t>utiliza</a:t>
              </a:r>
              <a:r>
                <a:rPr lang="en-GB" sz="1200" dirty="0"/>
                <a:t> para </a:t>
              </a:r>
              <a:r>
                <a:rPr lang="en-GB" sz="1200" dirty="0" err="1"/>
                <a:t>agregar</a:t>
              </a:r>
              <a:r>
                <a:rPr lang="en-GB" sz="1200" dirty="0"/>
                <a:t> </a:t>
              </a:r>
              <a:r>
                <a:rPr lang="en-GB" sz="1200" dirty="0" err="1"/>
                <a:t>nuevos</a:t>
              </a:r>
              <a:r>
                <a:rPr lang="en-GB" sz="1200" dirty="0"/>
                <a:t> </a:t>
              </a:r>
              <a:r>
                <a:rPr lang="en-GB" sz="1200" dirty="0" err="1"/>
                <a:t>datos</a:t>
              </a:r>
              <a:r>
                <a:rPr lang="en-GB" sz="1200" dirty="0"/>
                <a:t> a </a:t>
              </a:r>
              <a:r>
                <a:rPr lang="en-GB" sz="1200" dirty="0" err="1"/>
                <a:t>una</a:t>
              </a:r>
              <a:r>
                <a:rPr lang="en-GB" sz="1200" dirty="0"/>
                <a:t> </a:t>
              </a:r>
              <a:r>
                <a:rPr lang="en-GB" sz="1200" dirty="0" err="1"/>
                <a:t>tabla</a:t>
              </a:r>
              <a:r>
                <a:rPr lang="en-GB" sz="1200" dirty="0"/>
                <a:t> en la base de </a:t>
              </a:r>
              <a:r>
                <a:rPr lang="en-GB" sz="1200" dirty="0" err="1"/>
                <a:t>datos</a:t>
              </a:r>
              <a:r>
                <a:rPr lang="en-GB" sz="1200" dirty="0"/>
                <a:t>. </a:t>
              </a:r>
              <a:r>
                <a:rPr lang="en-GB" sz="1200" dirty="0" err="1"/>
                <a:t>Esto</a:t>
              </a:r>
              <a:r>
                <a:rPr lang="en-GB" sz="1200" dirty="0"/>
                <a:t> </a:t>
              </a:r>
              <a:r>
                <a:rPr lang="en-GB" sz="1200" dirty="0" err="1"/>
                <a:t>implica</a:t>
              </a:r>
              <a:r>
                <a:rPr lang="en-GB" sz="1200" dirty="0"/>
                <a:t> </a:t>
              </a:r>
              <a:r>
                <a:rPr lang="en-GB" sz="1200" dirty="0" err="1"/>
                <a:t>especificar</a:t>
              </a:r>
              <a:r>
                <a:rPr lang="en-GB" sz="1200" dirty="0"/>
                <a:t> los </a:t>
              </a:r>
              <a:r>
                <a:rPr lang="en-GB" sz="1200" dirty="0" err="1"/>
                <a:t>valores</a:t>
              </a:r>
              <a:r>
                <a:rPr lang="en-GB" sz="1200" dirty="0"/>
                <a:t> para </a:t>
              </a:r>
              <a:r>
                <a:rPr lang="en-GB" sz="1200" dirty="0" err="1"/>
                <a:t>cada</a:t>
              </a:r>
              <a:r>
                <a:rPr lang="en-GB" sz="1200" dirty="0"/>
                <a:t> </a:t>
              </a:r>
              <a:r>
                <a:rPr lang="en-GB" sz="1200" dirty="0" err="1"/>
                <a:t>columna</a:t>
              </a:r>
              <a:r>
                <a:rPr lang="en-GB" sz="1200" dirty="0"/>
                <a:t> en la </a:t>
              </a:r>
              <a:r>
                <a:rPr lang="en-GB" sz="1200" dirty="0" err="1"/>
                <a:t>fila</a:t>
              </a:r>
              <a:r>
                <a:rPr lang="en-GB" sz="1200" dirty="0"/>
                <a:t> </a:t>
              </a:r>
              <a:r>
                <a:rPr lang="en-GB" sz="1200" dirty="0" err="1"/>
                <a:t>que</a:t>
              </a:r>
              <a:r>
                <a:rPr lang="en-GB" sz="1200" dirty="0"/>
                <a:t> se </a:t>
              </a:r>
              <a:r>
                <a:rPr lang="en-GB" sz="1200" dirty="0" err="1"/>
                <a:t>está</a:t>
              </a:r>
              <a:r>
                <a:rPr lang="en-GB" sz="1200" dirty="0"/>
                <a:t> </a:t>
              </a:r>
              <a:r>
                <a:rPr lang="en-GB" sz="1200" dirty="0" err="1"/>
                <a:t>insertando</a:t>
              </a:r>
              <a:r>
                <a:rPr lang="en-GB" sz="1200" dirty="0"/>
                <a:t>.</a:t>
              </a:r>
              <a:r>
                <a:rPr lang="es-AR" altLang="en-GB" sz="1200" dirty="0"/>
                <a:t> </a:t>
              </a:r>
              <a:r>
                <a:rPr lang="en-GB" sz="1200" dirty="0"/>
                <a:t>&gt;</a:t>
              </a:r>
            </a:p>
          </p:txBody>
        </p:sp>
        <p:sp>
          <p:nvSpPr>
            <p:cNvPr id="24" name="Google Shape;481;p3"/>
            <p:cNvSpPr txBox="1"/>
            <p:nvPr/>
          </p:nvSpPr>
          <p:spPr>
            <a:xfrm>
              <a:off x="2778" y="2696"/>
              <a:ext cx="11308" cy="75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smtClean="0"/>
                <a:t>&lt;</a:t>
              </a:r>
              <a:r>
                <a:rPr sz="1200" dirty="0" smtClean="0">
                  <a:solidFill>
                    <a:srgbClr val="00B0F0"/>
                  </a:solidFill>
                </a:rPr>
                <a:t>Select:</a:t>
              </a:r>
              <a:r>
                <a:rPr sz="1200" dirty="0" smtClean="0"/>
                <a:t> </a:t>
              </a:r>
              <a:r>
                <a:rPr sz="1200" dirty="0"/>
                <a:t>La </a:t>
              </a:r>
              <a:r>
                <a:rPr sz="1200" dirty="0" err="1"/>
                <a:t>operación</a:t>
              </a:r>
              <a:r>
                <a:rPr sz="1200" dirty="0"/>
                <a:t> de </a:t>
              </a:r>
              <a:r>
                <a:rPr sz="1200" dirty="0" err="1"/>
                <a:t>lectura</a:t>
              </a:r>
              <a:r>
                <a:rPr sz="1200" dirty="0"/>
                <a:t> se </a:t>
              </a:r>
              <a:r>
                <a:rPr sz="1200" dirty="0" err="1"/>
                <a:t>utiliza</a:t>
              </a:r>
              <a:r>
                <a:rPr sz="1200" dirty="0"/>
                <a:t> para </a:t>
              </a:r>
              <a:r>
                <a:rPr sz="1200" dirty="0" err="1"/>
                <a:t>recuperar</a:t>
              </a:r>
              <a:r>
                <a:rPr sz="1200" dirty="0"/>
                <a:t> </a:t>
              </a:r>
              <a:r>
                <a:rPr sz="1200" dirty="0" err="1"/>
                <a:t>datos</a:t>
              </a:r>
              <a:r>
                <a:rPr sz="1200" dirty="0"/>
                <a:t> de </a:t>
              </a:r>
              <a:r>
                <a:rPr sz="1200" dirty="0" err="1"/>
                <a:t>una</a:t>
              </a:r>
              <a:r>
                <a:rPr sz="1200" dirty="0"/>
                <a:t> </a:t>
              </a:r>
              <a:r>
                <a:rPr sz="1200" dirty="0" err="1"/>
                <a:t>tabla</a:t>
              </a:r>
              <a:r>
                <a:rPr sz="1200" dirty="0"/>
                <a:t> en la base de </a:t>
              </a:r>
              <a:r>
                <a:rPr sz="1200" dirty="0" err="1"/>
                <a:t>datos</a:t>
              </a:r>
              <a:r>
                <a:rPr sz="1200" dirty="0"/>
                <a:t>. </a:t>
              </a:r>
              <a:r>
                <a:rPr sz="1200" dirty="0" err="1"/>
                <a:t>Esto</a:t>
              </a:r>
              <a:r>
                <a:rPr sz="1200" dirty="0"/>
                <a:t> </a:t>
              </a:r>
              <a:r>
                <a:rPr sz="1200" dirty="0" err="1"/>
                <a:t>implica</a:t>
              </a:r>
              <a:r>
                <a:rPr sz="1200" dirty="0"/>
                <a:t> </a:t>
              </a:r>
              <a:r>
                <a:rPr sz="1200" dirty="0" err="1"/>
                <a:t>especificar</a:t>
              </a:r>
              <a:r>
                <a:rPr sz="1200" dirty="0"/>
                <a:t> </a:t>
              </a:r>
              <a:r>
                <a:rPr sz="1200" dirty="0" err="1"/>
                <a:t>las</a:t>
              </a:r>
              <a:r>
                <a:rPr sz="1200" dirty="0"/>
                <a:t> </a:t>
              </a:r>
              <a:r>
                <a:rPr sz="1200" dirty="0" err="1"/>
                <a:t>columnas</a:t>
              </a:r>
              <a:r>
                <a:rPr sz="1200" dirty="0"/>
                <a:t> </a:t>
              </a:r>
              <a:r>
                <a:rPr sz="1200" dirty="0" err="1"/>
                <a:t>que</a:t>
              </a:r>
              <a:r>
                <a:rPr sz="1200" dirty="0"/>
                <a:t> se </a:t>
              </a:r>
              <a:r>
                <a:rPr sz="1200" dirty="0" err="1"/>
                <a:t>desean</a:t>
              </a:r>
              <a:r>
                <a:rPr sz="1200" dirty="0"/>
                <a:t> </a:t>
              </a:r>
              <a:r>
                <a:rPr sz="1200" dirty="0" err="1"/>
                <a:t>recuperar</a:t>
              </a:r>
              <a:r>
                <a:rPr sz="1200" dirty="0"/>
                <a:t> y los </a:t>
              </a:r>
              <a:r>
                <a:rPr sz="1200" dirty="0" err="1"/>
                <a:t>criterios</a:t>
              </a:r>
              <a:r>
                <a:rPr sz="1200" dirty="0"/>
                <a:t> de </a:t>
              </a:r>
              <a:r>
                <a:rPr sz="1200" dirty="0" err="1"/>
                <a:t>selección</a:t>
              </a:r>
              <a:r>
                <a:rPr sz="1200" dirty="0"/>
                <a:t> para </a:t>
              </a:r>
              <a:r>
                <a:rPr sz="1200" dirty="0" err="1"/>
                <a:t>limitar</a:t>
              </a:r>
              <a:r>
                <a:rPr sz="1200" dirty="0"/>
                <a:t> los </a:t>
              </a:r>
              <a:r>
                <a:rPr sz="1200" dirty="0" err="1"/>
                <a:t>resultados</a:t>
              </a:r>
              <a:r>
                <a:rPr sz="1200" dirty="0"/>
                <a:t>.</a:t>
              </a:r>
              <a:r>
                <a:rPr lang="es-MX" sz="1200" dirty="0"/>
                <a:t> </a:t>
              </a:r>
              <a:r>
                <a:rPr lang="en-GB" sz="1200" dirty="0"/>
                <a:t>&gt;</a:t>
              </a:r>
            </a:p>
          </p:txBody>
        </p:sp>
        <p:sp>
          <p:nvSpPr>
            <p:cNvPr id="27" name="Google Shape;481;p3"/>
            <p:cNvSpPr txBox="1"/>
            <p:nvPr/>
          </p:nvSpPr>
          <p:spPr>
            <a:xfrm>
              <a:off x="2778" y="3624"/>
              <a:ext cx="11308" cy="8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smtClean="0"/>
                <a:t>&lt;</a:t>
              </a:r>
              <a:r>
                <a:rPr sz="1200" dirty="0" smtClean="0">
                  <a:solidFill>
                    <a:srgbClr val="00B0F0"/>
                  </a:solidFill>
                </a:rPr>
                <a:t>Update:</a:t>
              </a:r>
              <a:r>
                <a:rPr sz="1200" dirty="0" smtClean="0"/>
                <a:t> </a:t>
              </a:r>
              <a:r>
                <a:rPr lang="es-MX" sz="1200" dirty="0" smtClean="0"/>
                <a:t> </a:t>
              </a:r>
              <a:r>
                <a:rPr lang="es-MX" sz="1200" dirty="0"/>
                <a:t>La operación de actualización se utiliza para modificar datos existentes en una tabla en la base de datos. Esto implica especificar los valores nuevos para las columnas que se están actualizando y los criterios de selección para identificar las filas que se deben actualizar. </a:t>
              </a:r>
              <a:r>
                <a:rPr lang="en-GB" sz="1200" dirty="0"/>
                <a:t>&gt;</a:t>
              </a:r>
            </a:p>
          </p:txBody>
        </p:sp>
        <p:sp>
          <p:nvSpPr>
            <p:cNvPr id="30" name="Google Shape;481;p3"/>
            <p:cNvSpPr txBox="1"/>
            <p:nvPr/>
          </p:nvSpPr>
          <p:spPr>
            <a:xfrm>
              <a:off x="2799" y="4633"/>
              <a:ext cx="11742" cy="82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smtClean="0"/>
                <a:t>&lt;</a:t>
              </a:r>
              <a:r>
                <a:rPr sz="1200" dirty="0" smtClean="0">
                  <a:solidFill>
                    <a:srgbClr val="00B0F0"/>
                  </a:solidFill>
                </a:rPr>
                <a:t>Delete:</a:t>
              </a:r>
              <a:r>
                <a:rPr sz="1200" dirty="0" smtClean="0"/>
                <a:t> </a:t>
              </a:r>
              <a:r>
                <a:rPr sz="1200" dirty="0"/>
                <a:t>La </a:t>
              </a:r>
              <a:r>
                <a:rPr sz="1200" dirty="0" err="1"/>
                <a:t>operación</a:t>
              </a:r>
              <a:r>
                <a:rPr sz="1200" dirty="0"/>
                <a:t> de </a:t>
              </a:r>
              <a:r>
                <a:rPr sz="1200" dirty="0" err="1"/>
                <a:t>eliminación</a:t>
              </a:r>
              <a:r>
                <a:rPr sz="1200" dirty="0"/>
                <a:t> se </a:t>
              </a:r>
              <a:r>
                <a:rPr sz="1200" dirty="0" err="1"/>
                <a:t>utiliza</a:t>
              </a:r>
              <a:r>
                <a:rPr sz="1200" dirty="0"/>
                <a:t> para </a:t>
              </a:r>
              <a:r>
                <a:rPr sz="1200" dirty="0" err="1"/>
                <a:t>eliminar</a:t>
              </a:r>
              <a:r>
                <a:rPr sz="1200" dirty="0"/>
                <a:t> </a:t>
              </a:r>
              <a:r>
                <a:rPr sz="1200" dirty="0" err="1"/>
                <a:t>datos</a:t>
              </a:r>
              <a:r>
                <a:rPr sz="1200" dirty="0"/>
                <a:t> </a:t>
              </a:r>
              <a:r>
                <a:rPr sz="1200" dirty="0" err="1"/>
                <a:t>existentes</a:t>
              </a:r>
              <a:r>
                <a:rPr sz="1200" dirty="0"/>
                <a:t> de </a:t>
              </a:r>
              <a:r>
                <a:rPr sz="1200" dirty="0" err="1"/>
                <a:t>una</a:t>
              </a:r>
              <a:r>
                <a:rPr sz="1200" dirty="0"/>
                <a:t> </a:t>
              </a:r>
              <a:r>
                <a:rPr sz="1200" dirty="0" err="1"/>
                <a:t>tabla</a:t>
              </a:r>
              <a:r>
                <a:rPr sz="1200" dirty="0"/>
                <a:t> en la base de </a:t>
              </a:r>
              <a:r>
                <a:rPr sz="1200" dirty="0" err="1"/>
                <a:t>datos</a:t>
              </a:r>
              <a:r>
                <a:rPr sz="1200" dirty="0"/>
                <a:t>. </a:t>
              </a:r>
              <a:r>
                <a:rPr sz="1200" dirty="0" err="1"/>
                <a:t>Esto</a:t>
              </a:r>
              <a:r>
                <a:rPr sz="1200" dirty="0"/>
                <a:t> </a:t>
              </a:r>
              <a:r>
                <a:rPr sz="1200" dirty="0" err="1"/>
                <a:t>implica</a:t>
              </a:r>
              <a:r>
                <a:rPr sz="1200" dirty="0"/>
                <a:t> </a:t>
              </a:r>
              <a:r>
                <a:rPr sz="1200" dirty="0" err="1"/>
                <a:t>especificar</a:t>
              </a:r>
              <a:r>
                <a:rPr sz="1200" dirty="0"/>
                <a:t> los </a:t>
              </a:r>
              <a:r>
                <a:rPr sz="1200" dirty="0" err="1"/>
                <a:t>criterios</a:t>
              </a:r>
              <a:r>
                <a:rPr sz="1200" dirty="0"/>
                <a:t> de </a:t>
              </a:r>
              <a:r>
                <a:rPr sz="1200" dirty="0" err="1"/>
                <a:t>selección</a:t>
              </a:r>
              <a:r>
                <a:rPr sz="1200" dirty="0"/>
                <a:t> para </a:t>
              </a:r>
              <a:r>
                <a:rPr sz="1200" dirty="0" err="1"/>
                <a:t>identificar</a:t>
              </a:r>
              <a:r>
                <a:rPr sz="1200" dirty="0"/>
                <a:t> </a:t>
              </a:r>
              <a:r>
                <a:rPr sz="1200" dirty="0" err="1"/>
                <a:t>las</a:t>
              </a:r>
              <a:r>
                <a:rPr sz="1200" dirty="0"/>
                <a:t> </a:t>
              </a:r>
              <a:r>
                <a:rPr sz="1200" dirty="0" err="1"/>
                <a:t>filas</a:t>
              </a:r>
              <a:r>
                <a:rPr sz="1200" dirty="0"/>
                <a:t> </a:t>
              </a:r>
              <a:r>
                <a:rPr sz="1200" dirty="0" err="1"/>
                <a:t>que</a:t>
              </a:r>
              <a:r>
                <a:rPr sz="1200" dirty="0"/>
                <a:t> se </a:t>
              </a:r>
              <a:r>
                <a:rPr sz="1200" dirty="0" err="1"/>
                <a:t>deben</a:t>
              </a:r>
              <a:r>
                <a:rPr sz="1200" dirty="0"/>
                <a:t> </a:t>
              </a:r>
              <a:r>
                <a:rPr sz="1200" dirty="0" err="1"/>
                <a:t>eliminar</a:t>
              </a:r>
              <a:r>
                <a:rPr sz="1200" dirty="0" smtClean="0"/>
                <a:t>.</a:t>
              </a:r>
              <a:r>
                <a:rPr lang="en-GB" sz="1200" dirty="0" smtClean="0"/>
                <a:t>&gt;</a:t>
              </a:r>
              <a:endParaRPr lang="en-GB" sz="1200" dirty="0"/>
            </a:p>
          </p:txBody>
        </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p>
        </p:txBody>
      </p:sp>
      <p:sp>
        <p:nvSpPr>
          <p:cNvPr id="4"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Conexión a Base de Datos SQL usando Sequelize</a:t>
            </a: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1413</Words>
  <Application>Microsoft Office PowerPoint</Application>
  <PresentationFormat>Presentación en pantalla (16:9)</PresentationFormat>
  <Paragraphs>101</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Montserrat</vt:lpstr>
      <vt:lpstr>Arial</vt:lpstr>
      <vt:lpstr>Fira Code</vt:lpstr>
      <vt:lpstr>Programming Language Workshop for Beginners by Slidesgo</vt:lpstr>
      <vt:lpstr>‘Unidad 4:’  { Programación del Lado del Servidor y Persistencia de Datos</vt:lpstr>
      <vt:lpstr>CONTENIDOS DE LA CLASE {</vt:lpstr>
      <vt:lpstr>OBJETIVOS {</vt:lpstr>
      <vt:lpstr> {</vt:lpstr>
      <vt:lpstr>¿Qué es la persistencia de datos? {</vt:lpstr>
      <vt:lpstr>¿Qué son las bases de datos? {</vt:lpstr>
      <vt:lpstr>¿Qué son las bases de datos relacionales?  {</vt:lpstr>
      <vt:lpstr>¿Qué es Sequelize? {</vt:lpstr>
      <vt:lpstr>¿Cúales son las funciones principales de sequilize para trabajar con bases de datos SQL?  {</vt:lpstr>
      <vt:lpstr>Ventajas de Sequelize {</vt:lpstr>
      <vt:lpstr>Desventajas de Sequelize {</vt:lpstr>
      <vt:lpstr>Operaciones básicas sobre una base de datos SQL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un documento ‘HTML’ {</dc:title>
  <dc:creator>Usuario</dc:creator>
  <cp:lastModifiedBy>Cuenta Microsoft</cp:lastModifiedBy>
  <cp:revision>41</cp:revision>
  <dcterms:created xsi:type="dcterms:W3CDTF">2023-03-30T02:23:00Z</dcterms:created>
  <dcterms:modified xsi:type="dcterms:W3CDTF">2025-06-19T15:39:52Z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D6BC41B201EB41A5BBCC4D2BFD1E1BF2</vt:lpwstr>
  </property>
  <property fmtid="{D5CDD505-2E9C-101B-9397-08002B2CF9AE}" pid="3" name="KSOProductBuildVer">
    <vt:lpwstr>3082-12.2.0.21183</vt:lpwstr>
  </property>
</Properties>
</file>