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984" r:id="rId3"/>
    <p:sldId id="1162" r:id="rId5"/>
    <p:sldId id="379" r:id="rId6"/>
    <p:sldId id="256" r:id="rId7"/>
    <p:sldId id="1144" r:id="rId8"/>
    <p:sldId id="1150" r:id="rId9"/>
    <p:sldId id="1151" r:id="rId10"/>
    <p:sldId id="1145" r:id="rId11"/>
    <p:sldId id="1152" r:id="rId12"/>
    <p:sldId id="1174" r:id="rId13"/>
    <p:sldId id="1153" r:id="rId14"/>
    <p:sldId id="1173" r:id="rId15"/>
    <p:sldId id="1154" r:id="rId16"/>
    <p:sldId id="1155" r:id="rId17"/>
    <p:sldId id="1182" r:id="rId18"/>
    <p:sldId id="1157" r:id="rId19"/>
    <p:sldId id="1178" r:id="rId20"/>
    <p:sldId id="1164" r:id="rId21"/>
    <p:sldId id="1165" r:id="rId22"/>
    <p:sldId id="1166" r:id="rId23"/>
    <p:sldId id="1177" r:id="rId24"/>
    <p:sldId id="1167" r:id="rId25"/>
    <p:sldId id="1168" r:id="rId26"/>
    <p:sldId id="1179" r:id="rId27"/>
    <p:sldId id="1180" r:id="rId28"/>
    <p:sldId id="1169" r:id="rId29"/>
    <p:sldId id="1170" r:id="rId30"/>
    <p:sldId id="1171" r:id="rId31"/>
    <p:sldId id="1172" r:id="rId32"/>
    <p:sldId id="1181" r:id="rId33"/>
  </p:sldIdLst>
  <p:sldSz cx="9144000" cy="5143500" type="screen16x9"/>
  <p:notesSz cx="6858000" cy="9144000"/>
  <p:embeddedFontLst>
    <p:embeddedFont>
      <p:font typeface="Fira Code" panose="020B0604020202020204"/>
      <p:regular r:id="rId37"/>
    </p:embeddedFont>
    <p:embeddedFont>
      <p:font typeface="Fira Code" panose="020B0604020202020204" charset="0"/>
      <p:regular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F4B4B"/>
    <a:srgbClr val="D291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6" d="100"/>
          <a:sy n="106" d="100"/>
        </p:scale>
        <p:origin x="33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8" Type="http://schemas.openxmlformats.org/officeDocument/2006/relationships/font" Target="fonts/font2.fntdata"/><Relationship Id="rId37" Type="http://schemas.openxmlformats.org/officeDocument/2006/relationships/font" Target="fonts/font1.fntdata"/><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09"/>
        <p:cNvGrpSpPr/>
        <p:nvPr/>
      </p:nvGrpSpPr>
      <p:grpSpPr>
        <a:xfrm>
          <a:off x="0" y="0"/>
          <a:ext cx="0" cy="0"/>
          <a:chOff x="0" y="0"/>
          <a:chExt cx="0" cy="0"/>
        </a:xfrm>
      </p:grpSpPr>
      <p:sp>
        <p:nvSpPr>
          <p:cNvPr id="810" name="Google Shape;810;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11" name="Google Shape;811;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30"/>
        <p:cNvGrpSpPr/>
        <p:nvPr/>
      </p:nvGrpSpPr>
      <p:grpSpPr>
        <a:xfrm>
          <a:off x="0" y="0"/>
          <a:ext cx="0" cy="0"/>
          <a:chOff x="0" y="0"/>
          <a:chExt cx="0" cy="0"/>
        </a:xfrm>
      </p:grpSpPr>
      <p:sp>
        <p:nvSpPr>
          <p:cNvPr id="631" name="Google Shape;63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2" name="Google Shape;632;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76"/>
        <p:cNvGrpSpPr/>
        <p:nvPr/>
      </p:nvGrpSpPr>
      <p:grpSpPr>
        <a:xfrm>
          <a:off x="0" y="0"/>
          <a:ext cx="0" cy="0"/>
          <a:chOff x="0" y="0"/>
          <a:chExt cx="0" cy="0"/>
        </a:xfrm>
      </p:grpSpPr>
      <p:sp>
        <p:nvSpPr>
          <p:cNvPr id="477" name="Google Shape;47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8" name="Google Shape;47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76"/>
        <p:cNvGrpSpPr/>
        <p:nvPr/>
      </p:nvGrpSpPr>
      <p:grpSpPr>
        <a:xfrm>
          <a:off x="0" y="0"/>
          <a:ext cx="0" cy="0"/>
          <a:chOff x="0" y="0"/>
          <a:chExt cx="0" cy="0"/>
        </a:xfrm>
      </p:grpSpPr>
      <p:sp>
        <p:nvSpPr>
          <p:cNvPr id="477" name="Google Shape;47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8" name="Google Shape;47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54"/>
        <p:cNvGrpSpPr/>
        <p:nvPr/>
      </p:nvGrpSpPr>
      <p:grpSpPr>
        <a:xfrm>
          <a:off x="0" y="0"/>
          <a:ext cx="0" cy="0"/>
          <a:chOff x="0" y="0"/>
          <a:chExt cx="0" cy="0"/>
        </a:xfrm>
      </p:grpSpPr>
      <p:sp>
        <p:nvSpPr>
          <p:cNvPr id="455" name="Google Shape;4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6" name="Google Shape;4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4" Type="http://schemas.openxmlformats.org/officeDocument/2006/relationships/hyperlink" Target="http://bit.ly/2TtBDfr" TargetMode="External"/><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8"/>
        <p:cNvGrpSpPr/>
        <p:nvPr/>
      </p:nvGrpSpPr>
      <p:grpSpPr>
        <a:xfrm>
          <a:off x="0" y="0"/>
          <a:ext cx="0" cy="0"/>
          <a:chOff x="0" y="0"/>
          <a:chExt cx="0" cy="0"/>
        </a:xfrm>
      </p:grpSpPr>
      <p:sp>
        <p:nvSpPr>
          <p:cNvPr id="9" name="Google Shape;9;p46"/>
          <p:cNvSpPr/>
          <p:nvPr/>
        </p:nvSpPr>
        <p:spPr>
          <a:xfrm>
            <a:off x="0" y="542575"/>
            <a:ext cx="9144000" cy="40584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 name="Google Shape;10;p46"/>
          <p:cNvSpPr/>
          <p:nvPr/>
        </p:nvSpPr>
        <p:spPr>
          <a:xfrm>
            <a:off x="0" y="0"/>
            <a:ext cx="4572000" cy="5928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 name="Google Shape;11;p46"/>
          <p:cNvSpPr txBox="1">
            <a:spLocks noGrp="1"/>
          </p:cNvSpPr>
          <p:nvPr>
            <p:ph type="ctrTitle"/>
          </p:nvPr>
        </p:nvSpPr>
        <p:spPr>
          <a:xfrm>
            <a:off x="1413525" y="1144250"/>
            <a:ext cx="5788800" cy="5175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5200"/>
              <a:buNone/>
              <a:defRPr sz="30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46"/>
          <p:cNvSpPr txBox="1">
            <a:spLocks noGrp="1"/>
          </p:cNvSpPr>
          <p:nvPr>
            <p:ph type="subTitle" idx="1"/>
          </p:nvPr>
        </p:nvSpPr>
        <p:spPr>
          <a:xfrm>
            <a:off x="2231025" y="2765300"/>
            <a:ext cx="6202800" cy="46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800"/>
              <a:buNone/>
              <a:defRPr sz="1800">
                <a:solidFill>
                  <a:schemeClr val="accent3"/>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46"/>
          <p:cNvSpPr txBox="1">
            <a:spLocks noGrp="1"/>
          </p:cNvSpPr>
          <p:nvPr>
            <p:ph type="subTitle" idx="2"/>
          </p:nvPr>
        </p:nvSpPr>
        <p:spPr>
          <a:xfrm>
            <a:off x="1788725" y="1761800"/>
            <a:ext cx="5788800" cy="46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800"/>
              <a:buNone/>
              <a:defRPr sz="30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4" name="Google Shape;14;p46"/>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5" name="Google Shape;15;p46"/>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6" name="Google Shape;16;p46"/>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7" name="Google Shape;17;p46"/>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8" name="Google Shape;18;p46"/>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9" name="Google Shape;19;p46"/>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0" name="Google Shape;20;p46"/>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1" name="Google Shape;21;p46"/>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2" name="Google Shape;22;p46"/>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3" name="Google Shape;23;p46"/>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4" name="Google Shape;24;p46"/>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5" name="Google Shape;25;p46"/>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6" name="Google Shape;26;p46"/>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7" name="Google Shape;27;p46"/>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47"/>
        <p:cNvGrpSpPr/>
        <p:nvPr/>
      </p:nvGrpSpPr>
      <p:grpSpPr>
        <a:xfrm>
          <a:off x="0" y="0"/>
          <a:ext cx="0" cy="0"/>
          <a:chOff x="0" y="0"/>
          <a:chExt cx="0" cy="0"/>
        </a:xfrm>
      </p:grpSpPr>
      <p:sp>
        <p:nvSpPr>
          <p:cNvPr id="48" name="Google Shape;48;p48"/>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9" name="Google Shape;49;p48"/>
          <p:cNvSpPr/>
          <p:nvPr/>
        </p:nvSpPr>
        <p:spPr>
          <a:xfrm>
            <a:off x="457200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0" name="Google Shape;50;p48"/>
          <p:cNvSpPr txBox="1">
            <a:spLocks noGrp="1"/>
          </p:cNvSpPr>
          <p:nvPr>
            <p:ph type="title"/>
          </p:nvPr>
        </p:nvSpPr>
        <p:spPr>
          <a:xfrm flipH="1">
            <a:off x="1460450" y="1436713"/>
            <a:ext cx="872100" cy="338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500"/>
              <a:buNone/>
              <a:defRPr/>
            </a:lvl1pPr>
            <a:lvl2pPr lvl="1" algn="r">
              <a:lnSpc>
                <a:spcPct val="100000"/>
              </a:lnSpc>
              <a:spcBef>
                <a:spcPts val="0"/>
              </a:spcBef>
              <a:spcAft>
                <a:spcPts val="0"/>
              </a:spcAft>
              <a:buSzPts val="2500"/>
              <a:buNone/>
              <a:defRPr sz="2500"/>
            </a:lvl2pPr>
            <a:lvl3pPr lvl="2" algn="r">
              <a:lnSpc>
                <a:spcPct val="100000"/>
              </a:lnSpc>
              <a:spcBef>
                <a:spcPts val="0"/>
              </a:spcBef>
              <a:spcAft>
                <a:spcPts val="0"/>
              </a:spcAft>
              <a:buSzPts val="2500"/>
              <a:buNone/>
              <a:defRPr sz="2500"/>
            </a:lvl3pPr>
            <a:lvl4pPr lvl="3" algn="r">
              <a:lnSpc>
                <a:spcPct val="100000"/>
              </a:lnSpc>
              <a:spcBef>
                <a:spcPts val="0"/>
              </a:spcBef>
              <a:spcAft>
                <a:spcPts val="0"/>
              </a:spcAft>
              <a:buSzPts val="2500"/>
              <a:buNone/>
              <a:defRPr sz="2500"/>
            </a:lvl4pPr>
            <a:lvl5pPr lvl="4" algn="r">
              <a:lnSpc>
                <a:spcPct val="100000"/>
              </a:lnSpc>
              <a:spcBef>
                <a:spcPts val="0"/>
              </a:spcBef>
              <a:spcAft>
                <a:spcPts val="0"/>
              </a:spcAft>
              <a:buSzPts val="2500"/>
              <a:buNone/>
              <a:defRPr sz="2500"/>
            </a:lvl5pPr>
            <a:lvl6pPr lvl="5" algn="r">
              <a:lnSpc>
                <a:spcPct val="100000"/>
              </a:lnSpc>
              <a:spcBef>
                <a:spcPts val="0"/>
              </a:spcBef>
              <a:spcAft>
                <a:spcPts val="0"/>
              </a:spcAft>
              <a:buSzPts val="2500"/>
              <a:buNone/>
              <a:defRPr sz="2500"/>
            </a:lvl6pPr>
            <a:lvl7pPr lvl="6" algn="r">
              <a:lnSpc>
                <a:spcPct val="100000"/>
              </a:lnSpc>
              <a:spcBef>
                <a:spcPts val="0"/>
              </a:spcBef>
              <a:spcAft>
                <a:spcPts val="0"/>
              </a:spcAft>
              <a:buSzPts val="2500"/>
              <a:buNone/>
              <a:defRPr sz="2500"/>
            </a:lvl7pPr>
            <a:lvl8pPr lvl="7" algn="r">
              <a:lnSpc>
                <a:spcPct val="100000"/>
              </a:lnSpc>
              <a:spcBef>
                <a:spcPts val="0"/>
              </a:spcBef>
              <a:spcAft>
                <a:spcPts val="0"/>
              </a:spcAft>
              <a:buSzPts val="2500"/>
              <a:buNone/>
              <a:defRPr sz="2500"/>
            </a:lvl8pPr>
            <a:lvl9pPr lvl="8" algn="r">
              <a:lnSpc>
                <a:spcPct val="100000"/>
              </a:lnSpc>
              <a:spcBef>
                <a:spcPts val="0"/>
              </a:spcBef>
              <a:spcAft>
                <a:spcPts val="0"/>
              </a:spcAft>
              <a:buSzPts val="2500"/>
              <a:buNone/>
              <a:defRPr sz="2500"/>
            </a:lvl9pPr>
          </a:lstStyle>
          <a:p/>
        </p:txBody>
      </p:sp>
      <p:sp>
        <p:nvSpPr>
          <p:cNvPr id="51" name="Google Shape;51;p48"/>
          <p:cNvSpPr txBox="1">
            <a:spLocks noGrp="1"/>
          </p:cNvSpPr>
          <p:nvPr>
            <p:ph type="subTitle" idx="1"/>
          </p:nvPr>
        </p:nvSpPr>
        <p:spPr>
          <a:xfrm>
            <a:off x="2332550" y="1775113"/>
            <a:ext cx="3129000" cy="4881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1400"/>
              <a:buNone/>
              <a:defRPr>
                <a:solidFill>
                  <a:schemeClr val="accent3"/>
                </a:solidFill>
              </a:defRPr>
            </a:lvl1pPr>
            <a:lvl2pPr lvl="1" algn="r">
              <a:lnSpc>
                <a:spcPct val="100000"/>
              </a:lnSpc>
              <a:spcBef>
                <a:spcPts val="0"/>
              </a:spcBef>
              <a:spcAft>
                <a:spcPts val="0"/>
              </a:spcAft>
              <a:buClr>
                <a:schemeClr val="dk1"/>
              </a:buClr>
              <a:buSzPts val="1400"/>
              <a:buNone/>
              <a:defRPr>
                <a:solidFill>
                  <a:schemeClr val="dk1"/>
                </a:solidFill>
              </a:defRPr>
            </a:lvl2pPr>
            <a:lvl3pPr lvl="2" algn="r">
              <a:lnSpc>
                <a:spcPct val="100000"/>
              </a:lnSpc>
              <a:spcBef>
                <a:spcPts val="0"/>
              </a:spcBef>
              <a:spcAft>
                <a:spcPts val="0"/>
              </a:spcAft>
              <a:buClr>
                <a:schemeClr val="dk1"/>
              </a:buClr>
              <a:buSzPts val="1400"/>
              <a:buNone/>
              <a:defRPr>
                <a:solidFill>
                  <a:schemeClr val="dk1"/>
                </a:solidFill>
              </a:defRPr>
            </a:lvl3pPr>
            <a:lvl4pPr lvl="3" algn="r">
              <a:lnSpc>
                <a:spcPct val="100000"/>
              </a:lnSpc>
              <a:spcBef>
                <a:spcPts val="0"/>
              </a:spcBef>
              <a:spcAft>
                <a:spcPts val="0"/>
              </a:spcAft>
              <a:buClr>
                <a:schemeClr val="dk1"/>
              </a:buClr>
              <a:buSzPts val="1400"/>
              <a:buNone/>
              <a:defRPr>
                <a:solidFill>
                  <a:schemeClr val="dk1"/>
                </a:solidFill>
              </a:defRPr>
            </a:lvl4pPr>
            <a:lvl5pPr lvl="4" algn="r">
              <a:lnSpc>
                <a:spcPct val="100000"/>
              </a:lnSpc>
              <a:spcBef>
                <a:spcPts val="0"/>
              </a:spcBef>
              <a:spcAft>
                <a:spcPts val="0"/>
              </a:spcAft>
              <a:buClr>
                <a:schemeClr val="dk1"/>
              </a:buClr>
              <a:buSzPts val="1400"/>
              <a:buNone/>
              <a:defRPr>
                <a:solidFill>
                  <a:schemeClr val="dk1"/>
                </a:solidFill>
              </a:defRPr>
            </a:lvl5pPr>
            <a:lvl6pPr lvl="5" algn="r">
              <a:lnSpc>
                <a:spcPct val="100000"/>
              </a:lnSpc>
              <a:spcBef>
                <a:spcPts val="0"/>
              </a:spcBef>
              <a:spcAft>
                <a:spcPts val="0"/>
              </a:spcAft>
              <a:buClr>
                <a:schemeClr val="dk1"/>
              </a:buClr>
              <a:buSzPts val="1400"/>
              <a:buNone/>
              <a:defRPr>
                <a:solidFill>
                  <a:schemeClr val="dk1"/>
                </a:solidFill>
              </a:defRPr>
            </a:lvl6pPr>
            <a:lvl7pPr lvl="6" algn="r">
              <a:lnSpc>
                <a:spcPct val="100000"/>
              </a:lnSpc>
              <a:spcBef>
                <a:spcPts val="0"/>
              </a:spcBef>
              <a:spcAft>
                <a:spcPts val="0"/>
              </a:spcAft>
              <a:buClr>
                <a:schemeClr val="dk1"/>
              </a:buClr>
              <a:buSzPts val="1400"/>
              <a:buNone/>
              <a:defRPr>
                <a:solidFill>
                  <a:schemeClr val="dk1"/>
                </a:solidFill>
              </a:defRPr>
            </a:lvl7pPr>
            <a:lvl8pPr lvl="7" algn="r">
              <a:lnSpc>
                <a:spcPct val="100000"/>
              </a:lnSpc>
              <a:spcBef>
                <a:spcPts val="0"/>
              </a:spcBef>
              <a:spcAft>
                <a:spcPts val="0"/>
              </a:spcAft>
              <a:buClr>
                <a:schemeClr val="dk1"/>
              </a:buClr>
              <a:buSzPts val="1400"/>
              <a:buNone/>
              <a:defRPr>
                <a:solidFill>
                  <a:schemeClr val="dk1"/>
                </a:solidFill>
              </a:defRPr>
            </a:lvl8pPr>
            <a:lvl9pPr lvl="8" algn="r">
              <a:lnSpc>
                <a:spcPct val="100000"/>
              </a:lnSpc>
              <a:spcBef>
                <a:spcPts val="0"/>
              </a:spcBef>
              <a:spcAft>
                <a:spcPts val="0"/>
              </a:spcAft>
              <a:buClr>
                <a:schemeClr val="dk1"/>
              </a:buClr>
              <a:buSzPts val="1400"/>
              <a:buNone/>
              <a:defRPr>
                <a:solidFill>
                  <a:schemeClr val="dk1"/>
                </a:solidFill>
              </a:defRPr>
            </a:lvl9pPr>
          </a:lstStyle>
          <a:p/>
        </p:txBody>
      </p:sp>
      <p:sp>
        <p:nvSpPr>
          <p:cNvPr id="52" name="Google Shape;52;p48"/>
          <p:cNvSpPr txBox="1">
            <a:spLocks noGrp="1"/>
          </p:cNvSpPr>
          <p:nvPr>
            <p:ph type="subTitle" idx="2"/>
          </p:nvPr>
        </p:nvSpPr>
        <p:spPr>
          <a:xfrm>
            <a:off x="2332550" y="1436725"/>
            <a:ext cx="31290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1800">
                <a:solidFill>
                  <a:schemeClr val="accent1"/>
                </a:solidFill>
              </a:defRPr>
            </a:lvl1pPr>
            <a:lvl2pPr lvl="1" algn="r">
              <a:lnSpc>
                <a:spcPct val="100000"/>
              </a:lnSpc>
              <a:spcBef>
                <a:spcPts val="0"/>
              </a:spcBef>
              <a:spcAft>
                <a:spcPts val="0"/>
              </a:spcAft>
              <a:buClr>
                <a:schemeClr val="dk1"/>
              </a:buClr>
              <a:buSzPts val="2000"/>
              <a:buNone/>
              <a:defRPr sz="2000">
                <a:solidFill>
                  <a:schemeClr val="dk1"/>
                </a:solidFill>
              </a:defRPr>
            </a:lvl2pPr>
            <a:lvl3pPr lvl="2" algn="r">
              <a:lnSpc>
                <a:spcPct val="100000"/>
              </a:lnSpc>
              <a:spcBef>
                <a:spcPts val="0"/>
              </a:spcBef>
              <a:spcAft>
                <a:spcPts val="0"/>
              </a:spcAft>
              <a:buClr>
                <a:schemeClr val="dk1"/>
              </a:buClr>
              <a:buSzPts val="2000"/>
              <a:buNone/>
              <a:defRPr sz="2000">
                <a:solidFill>
                  <a:schemeClr val="dk1"/>
                </a:solidFill>
              </a:defRPr>
            </a:lvl3pPr>
            <a:lvl4pPr lvl="3" algn="r">
              <a:lnSpc>
                <a:spcPct val="100000"/>
              </a:lnSpc>
              <a:spcBef>
                <a:spcPts val="0"/>
              </a:spcBef>
              <a:spcAft>
                <a:spcPts val="0"/>
              </a:spcAft>
              <a:buClr>
                <a:schemeClr val="dk1"/>
              </a:buClr>
              <a:buSzPts val="2000"/>
              <a:buNone/>
              <a:defRPr sz="2000">
                <a:solidFill>
                  <a:schemeClr val="dk1"/>
                </a:solidFill>
              </a:defRPr>
            </a:lvl4pPr>
            <a:lvl5pPr lvl="4" algn="r">
              <a:lnSpc>
                <a:spcPct val="100000"/>
              </a:lnSpc>
              <a:spcBef>
                <a:spcPts val="0"/>
              </a:spcBef>
              <a:spcAft>
                <a:spcPts val="0"/>
              </a:spcAft>
              <a:buClr>
                <a:schemeClr val="dk1"/>
              </a:buClr>
              <a:buSzPts val="2000"/>
              <a:buNone/>
              <a:defRPr sz="2000">
                <a:solidFill>
                  <a:schemeClr val="dk1"/>
                </a:solidFill>
              </a:defRPr>
            </a:lvl5pPr>
            <a:lvl6pPr lvl="5" algn="r">
              <a:lnSpc>
                <a:spcPct val="100000"/>
              </a:lnSpc>
              <a:spcBef>
                <a:spcPts val="0"/>
              </a:spcBef>
              <a:spcAft>
                <a:spcPts val="0"/>
              </a:spcAft>
              <a:buClr>
                <a:schemeClr val="dk1"/>
              </a:buClr>
              <a:buSzPts val="2000"/>
              <a:buNone/>
              <a:defRPr sz="2000">
                <a:solidFill>
                  <a:schemeClr val="dk1"/>
                </a:solidFill>
              </a:defRPr>
            </a:lvl6pPr>
            <a:lvl7pPr lvl="6" algn="r">
              <a:lnSpc>
                <a:spcPct val="100000"/>
              </a:lnSpc>
              <a:spcBef>
                <a:spcPts val="0"/>
              </a:spcBef>
              <a:spcAft>
                <a:spcPts val="0"/>
              </a:spcAft>
              <a:buClr>
                <a:schemeClr val="dk1"/>
              </a:buClr>
              <a:buSzPts val="2000"/>
              <a:buNone/>
              <a:defRPr sz="2000">
                <a:solidFill>
                  <a:schemeClr val="dk1"/>
                </a:solidFill>
              </a:defRPr>
            </a:lvl7pPr>
            <a:lvl8pPr lvl="7" algn="r">
              <a:lnSpc>
                <a:spcPct val="100000"/>
              </a:lnSpc>
              <a:spcBef>
                <a:spcPts val="0"/>
              </a:spcBef>
              <a:spcAft>
                <a:spcPts val="0"/>
              </a:spcAft>
              <a:buClr>
                <a:schemeClr val="dk1"/>
              </a:buClr>
              <a:buSzPts val="2000"/>
              <a:buNone/>
              <a:defRPr sz="2000">
                <a:solidFill>
                  <a:schemeClr val="dk1"/>
                </a:solidFill>
              </a:defRPr>
            </a:lvl8pPr>
            <a:lvl9pPr lvl="8" algn="r">
              <a:lnSpc>
                <a:spcPct val="100000"/>
              </a:lnSpc>
              <a:spcBef>
                <a:spcPts val="0"/>
              </a:spcBef>
              <a:spcAft>
                <a:spcPts val="0"/>
              </a:spcAft>
              <a:buClr>
                <a:schemeClr val="dk1"/>
              </a:buClr>
              <a:buSzPts val="2000"/>
              <a:buNone/>
              <a:defRPr sz="2000">
                <a:solidFill>
                  <a:schemeClr val="dk1"/>
                </a:solidFill>
              </a:defRPr>
            </a:lvl9pPr>
          </a:lstStyle>
          <a:p/>
        </p:txBody>
      </p:sp>
      <p:sp>
        <p:nvSpPr>
          <p:cNvPr id="53" name="Google Shape;53;p48"/>
          <p:cNvSpPr txBox="1">
            <a:spLocks noGrp="1"/>
          </p:cNvSpPr>
          <p:nvPr>
            <p:ph type="title" idx="3"/>
          </p:nvPr>
        </p:nvSpPr>
        <p:spPr>
          <a:xfrm flipH="1">
            <a:off x="2850125" y="2419862"/>
            <a:ext cx="872100" cy="338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500"/>
              <a:buNone/>
              <a:defRPr/>
            </a:lvl1pPr>
            <a:lvl2pPr lvl="1" algn="r">
              <a:lnSpc>
                <a:spcPct val="100000"/>
              </a:lnSpc>
              <a:spcBef>
                <a:spcPts val="0"/>
              </a:spcBef>
              <a:spcAft>
                <a:spcPts val="0"/>
              </a:spcAft>
              <a:buSzPts val="2500"/>
              <a:buNone/>
              <a:defRPr sz="2500"/>
            </a:lvl2pPr>
            <a:lvl3pPr lvl="2" algn="r">
              <a:lnSpc>
                <a:spcPct val="100000"/>
              </a:lnSpc>
              <a:spcBef>
                <a:spcPts val="0"/>
              </a:spcBef>
              <a:spcAft>
                <a:spcPts val="0"/>
              </a:spcAft>
              <a:buSzPts val="2500"/>
              <a:buNone/>
              <a:defRPr sz="2500"/>
            </a:lvl3pPr>
            <a:lvl4pPr lvl="3" algn="r">
              <a:lnSpc>
                <a:spcPct val="100000"/>
              </a:lnSpc>
              <a:spcBef>
                <a:spcPts val="0"/>
              </a:spcBef>
              <a:spcAft>
                <a:spcPts val="0"/>
              </a:spcAft>
              <a:buSzPts val="2500"/>
              <a:buNone/>
              <a:defRPr sz="2500"/>
            </a:lvl4pPr>
            <a:lvl5pPr lvl="4" algn="r">
              <a:lnSpc>
                <a:spcPct val="100000"/>
              </a:lnSpc>
              <a:spcBef>
                <a:spcPts val="0"/>
              </a:spcBef>
              <a:spcAft>
                <a:spcPts val="0"/>
              </a:spcAft>
              <a:buSzPts val="2500"/>
              <a:buNone/>
              <a:defRPr sz="2500"/>
            </a:lvl5pPr>
            <a:lvl6pPr lvl="5" algn="r">
              <a:lnSpc>
                <a:spcPct val="100000"/>
              </a:lnSpc>
              <a:spcBef>
                <a:spcPts val="0"/>
              </a:spcBef>
              <a:spcAft>
                <a:spcPts val="0"/>
              </a:spcAft>
              <a:buSzPts val="2500"/>
              <a:buNone/>
              <a:defRPr sz="2500"/>
            </a:lvl6pPr>
            <a:lvl7pPr lvl="6" algn="r">
              <a:lnSpc>
                <a:spcPct val="100000"/>
              </a:lnSpc>
              <a:spcBef>
                <a:spcPts val="0"/>
              </a:spcBef>
              <a:spcAft>
                <a:spcPts val="0"/>
              </a:spcAft>
              <a:buSzPts val="2500"/>
              <a:buNone/>
              <a:defRPr sz="2500"/>
            </a:lvl7pPr>
            <a:lvl8pPr lvl="7" algn="r">
              <a:lnSpc>
                <a:spcPct val="100000"/>
              </a:lnSpc>
              <a:spcBef>
                <a:spcPts val="0"/>
              </a:spcBef>
              <a:spcAft>
                <a:spcPts val="0"/>
              </a:spcAft>
              <a:buSzPts val="2500"/>
              <a:buNone/>
              <a:defRPr sz="2500"/>
            </a:lvl8pPr>
            <a:lvl9pPr lvl="8" algn="r">
              <a:lnSpc>
                <a:spcPct val="100000"/>
              </a:lnSpc>
              <a:spcBef>
                <a:spcPts val="0"/>
              </a:spcBef>
              <a:spcAft>
                <a:spcPts val="0"/>
              </a:spcAft>
              <a:buSzPts val="2500"/>
              <a:buNone/>
              <a:defRPr sz="2500"/>
            </a:lvl9pPr>
          </a:lstStyle>
          <a:p/>
        </p:txBody>
      </p:sp>
      <p:sp>
        <p:nvSpPr>
          <p:cNvPr id="54" name="Google Shape;54;p48"/>
          <p:cNvSpPr txBox="1">
            <a:spLocks noGrp="1"/>
          </p:cNvSpPr>
          <p:nvPr>
            <p:ph type="subTitle" idx="4"/>
          </p:nvPr>
        </p:nvSpPr>
        <p:spPr>
          <a:xfrm>
            <a:off x="3722225" y="2755463"/>
            <a:ext cx="3129000" cy="4881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1400"/>
              <a:buNone/>
              <a:defRPr>
                <a:solidFill>
                  <a:schemeClr val="accent3"/>
                </a:solidFill>
              </a:defRPr>
            </a:lvl1pPr>
            <a:lvl2pPr lvl="1" algn="r">
              <a:lnSpc>
                <a:spcPct val="100000"/>
              </a:lnSpc>
              <a:spcBef>
                <a:spcPts val="0"/>
              </a:spcBef>
              <a:spcAft>
                <a:spcPts val="0"/>
              </a:spcAft>
              <a:buClr>
                <a:schemeClr val="dk1"/>
              </a:buClr>
              <a:buSzPts val="1400"/>
              <a:buNone/>
              <a:defRPr>
                <a:solidFill>
                  <a:schemeClr val="dk1"/>
                </a:solidFill>
              </a:defRPr>
            </a:lvl2pPr>
            <a:lvl3pPr lvl="2" algn="r">
              <a:lnSpc>
                <a:spcPct val="100000"/>
              </a:lnSpc>
              <a:spcBef>
                <a:spcPts val="0"/>
              </a:spcBef>
              <a:spcAft>
                <a:spcPts val="0"/>
              </a:spcAft>
              <a:buClr>
                <a:schemeClr val="dk1"/>
              </a:buClr>
              <a:buSzPts val="1400"/>
              <a:buNone/>
              <a:defRPr>
                <a:solidFill>
                  <a:schemeClr val="dk1"/>
                </a:solidFill>
              </a:defRPr>
            </a:lvl3pPr>
            <a:lvl4pPr lvl="3" algn="r">
              <a:lnSpc>
                <a:spcPct val="100000"/>
              </a:lnSpc>
              <a:spcBef>
                <a:spcPts val="0"/>
              </a:spcBef>
              <a:spcAft>
                <a:spcPts val="0"/>
              </a:spcAft>
              <a:buClr>
                <a:schemeClr val="dk1"/>
              </a:buClr>
              <a:buSzPts val="1400"/>
              <a:buNone/>
              <a:defRPr>
                <a:solidFill>
                  <a:schemeClr val="dk1"/>
                </a:solidFill>
              </a:defRPr>
            </a:lvl4pPr>
            <a:lvl5pPr lvl="4" algn="r">
              <a:lnSpc>
                <a:spcPct val="100000"/>
              </a:lnSpc>
              <a:spcBef>
                <a:spcPts val="0"/>
              </a:spcBef>
              <a:spcAft>
                <a:spcPts val="0"/>
              </a:spcAft>
              <a:buClr>
                <a:schemeClr val="dk1"/>
              </a:buClr>
              <a:buSzPts val="1400"/>
              <a:buNone/>
              <a:defRPr>
                <a:solidFill>
                  <a:schemeClr val="dk1"/>
                </a:solidFill>
              </a:defRPr>
            </a:lvl5pPr>
            <a:lvl6pPr lvl="5" algn="r">
              <a:lnSpc>
                <a:spcPct val="100000"/>
              </a:lnSpc>
              <a:spcBef>
                <a:spcPts val="0"/>
              </a:spcBef>
              <a:spcAft>
                <a:spcPts val="0"/>
              </a:spcAft>
              <a:buClr>
                <a:schemeClr val="dk1"/>
              </a:buClr>
              <a:buSzPts val="1400"/>
              <a:buNone/>
              <a:defRPr>
                <a:solidFill>
                  <a:schemeClr val="dk1"/>
                </a:solidFill>
              </a:defRPr>
            </a:lvl6pPr>
            <a:lvl7pPr lvl="6" algn="r">
              <a:lnSpc>
                <a:spcPct val="100000"/>
              </a:lnSpc>
              <a:spcBef>
                <a:spcPts val="0"/>
              </a:spcBef>
              <a:spcAft>
                <a:spcPts val="0"/>
              </a:spcAft>
              <a:buClr>
                <a:schemeClr val="dk1"/>
              </a:buClr>
              <a:buSzPts val="1400"/>
              <a:buNone/>
              <a:defRPr>
                <a:solidFill>
                  <a:schemeClr val="dk1"/>
                </a:solidFill>
              </a:defRPr>
            </a:lvl7pPr>
            <a:lvl8pPr lvl="7" algn="r">
              <a:lnSpc>
                <a:spcPct val="100000"/>
              </a:lnSpc>
              <a:spcBef>
                <a:spcPts val="0"/>
              </a:spcBef>
              <a:spcAft>
                <a:spcPts val="0"/>
              </a:spcAft>
              <a:buClr>
                <a:schemeClr val="dk1"/>
              </a:buClr>
              <a:buSzPts val="1400"/>
              <a:buNone/>
              <a:defRPr>
                <a:solidFill>
                  <a:schemeClr val="dk1"/>
                </a:solidFill>
              </a:defRPr>
            </a:lvl8pPr>
            <a:lvl9pPr lvl="8" algn="r">
              <a:lnSpc>
                <a:spcPct val="100000"/>
              </a:lnSpc>
              <a:spcBef>
                <a:spcPts val="0"/>
              </a:spcBef>
              <a:spcAft>
                <a:spcPts val="0"/>
              </a:spcAft>
              <a:buClr>
                <a:schemeClr val="dk1"/>
              </a:buClr>
              <a:buSzPts val="1400"/>
              <a:buNone/>
              <a:defRPr>
                <a:solidFill>
                  <a:schemeClr val="dk1"/>
                </a:solidFill>
              </a:defRPr>
            </a:lvl9pPr>
          </a:lstStyle>
          <a:p/>
        </p:txBody>
      </p:sp>
      <p:sp>
        <p:nvSpPr>
          <p:cNvPr id="55" name="Google Shape;55;p48"/>
          <p:cNvSpPr txBox="1">
            <a:spLocks noGrp="1"/>
          </p:cNvSpPr>
          <p:nvPr>
            <p:ph type="subTitle" idx="5"/>
          </p:nvPr>
        </p:nvSpPr>
        <p:spPr>
          <a:xfrm>
            <a:off x="3722225" y="2419850"/>
            <a:ext cx="31290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1800">
                <a:solidFill>
                  <a:schemeClr val="lt2"/>
                </a:solidFill>
              </a:defRPr>
            </a:lvl1pPr>
            <a:lvl2pPr lvl="1" algn="r">
              <a:lnSpc>
                <a:spcPct val="100000"/>
              </a:lnSpc>
              <a:spcBef>
                <a:spcPts val="0"/>
              </a:spcBef>
              <a:spcAft>
                <a:spcPts val="0"/>
              </a:spcAft>
              <a:buClr>
                <a:schemeClr val="dk1"/>
              </a:buClr>
              <a:buSzPts val="2000"/>
              <a:buNone/>
              <a:defRPr sz="2000">
                <a:solidFill>
                  <a:schemeClr val="dk1"/>
                </a:solidFill>
              </a:defRPr>
            </a:lvl2pPr>
            <a:lvl3pPr lvl="2" algn="r">
              <a:lnSpc>
                <a:spcPct val="100000"/>
              </a:lnSpc>
              <a:spcBef>
                <a:spcPts val="0"/>
              </a:spcBef>
              <a:spcAft>
                <a:spcPts val="0"/>
              </a:spcAft>
              <a:buClr>
                <a:schemeClr val="dk1"/>
              </a:buClr>
              <a:buSzPts val="2000"/>
              <a:buNone/>
              <a:defRPr sz="2000">
                <a:solidFill>
                  <a:schemeClr val="dk1"/>
                </a:solidFill>
              </a:defRPr>
            </a:lvl3pPr>
            <a:lvl4pPr lvl="3" algn="r">
              <a:lnSpc>
                <a:spcPct val="100000"/>
              </a:lnSpc>
              <a:spcBef>
                <a:spcPts val="0"/>
              </a:spcBef>
              <a:spcAft>
                <a:spcPts val="0"/>
              </a:spcAft>
              <a:buClr>
                <a:schemeClr val="dk1"/>
              </a:buClr>
              <a:buSzPts val="2000"/>
              <a:buNone/>
              <a:defRPr sz="2000">
                <a:solidFill>
                  <a:schemeClr val="dk1"/>
                </a:solidFill>
              </a:defRPr>
            </a:lvl4pPr>
            <a:lvl5pPr lvl="4" algn="r">
              <a:lnSpc>
                <a:spcPct val="100000"/>
              </a:lnSpc>
              <a:spcBef>
                <a:spcPts val="0"/>
              </a:spcBef>
              <a:spcAft>
                <a:spcPts val="0"/>
              </a:spcAft>
              <a:buClr>
                <a:schemeClr val="dk1"/>
              </a:buClr>
              <a:buSzPts val="2000"/>
              <a:buNone/>
              <a:defRPr sz="2000">
                <a:solidFill>
                  <a:schemeClr val="dk1"/>
                </a:solidFill>
              </a:defRPr>
            </a:lvl5pPr>
            <a:lvl6pPr lvl="5" algn="r">
              <a:lnSpc>
                <a:spcPct val="100000"/>
              </a:lnSpc>
              <a:spcBef>
                <a:spcPts val="0"/>
              </a:spcBef>
              <a:spcAft>
                <a:spcPts val="0"/>
              </a:spcAft>
              <a:buClr>
                <a:schemeClr val="dk1"/>
              </a:buClr>
              <a:buSzPts val="2000"/>
              <a:buNone/>
              <a:defRPr sz="2000">
                <a:solidFill>
                  <a:schemeClr val="dk1"/>
                </a:solidFill>
              </a:defRPr>
            </a:lvl6pPr>
            <a:lvl7pPr lvl="6" algn="r">
              <a:lnSpc>
                <a:spcPct val="100000"/>
              </a:lnSpc>
              <a:spcBef>
                <a:spcPts val="0"/>
              </a:spcBef>
              <a:spcAft>
                <a:spcPts val="0"/>
              </a:spcAft>
              <a:buClr>
                <a:schemeClr val="dk1"/>
              </a:buClr>
              <a:buSzPts val="2000"/>
              <a:buNone/>
              <a:defRPr sz="2000">
                <a:solidFill>
                  <a:schemeClr val="dk1"/>
                </a:solidFill>
              </a:defRPr>
            </a:lvl7pPr>
            <a:lvl8pPr lvl="7" algn="r">
              <a:lnSpc>
                <a:spcPct val="100000"/>
              </a:lnSpc>
              <a:spcBef>
                <a:spcPts val="0"/>
              </a:spcBef>
              <a:spcAft>
                <a:spcPts val="0"/>
              </a:spcAft>
              <a:buClr>
                <a:schemeClr val="dk1"/>
              </a:buClr>
              <a:buSzPts val="2000"/>
              <a:buNone/>
              <a:defRPr sz="2000">
                <a:solidFill>
                  <a:schemeClr val="dk1"/>
                </a:solidFill>
              </a:defRPr>
            </a:lvl8pPr>
            <a:lvl9pPr lvl="8" algn="r">
              <a:lnSpc>
                <a:spcPct val="100000"/>
              </a:lnSpc>
              <a:spcBef>
                <a:spcPts val="0"/>
              </a:spcBef>
              <a:spcAft>
                <a:spcPts val="0"/>
              </a:spcAft>
              <a:buClr>
                <a:schemeClr val="dk1"/>
              </a:buClr>
              <a:buSzPts val="2000"/>
              <a:buNone/>
              <a:defRPr sz="2000">
                <a:solidFill>
                  <a:schemeClr val="dk1"/>
                </a:solidFill>
              </a:defRPr>
            </a:lvl9pPr>
          </a:lstStyle>
          <a:p/>
        </p:txBody>
      </p:sp>
      <p:sp>
        <p:nvSpPr>
          <p:cNvPr id="56" name="Google Shape;56;p48"/>
          <p:cNvSpPr txBox="1">
            <a:spLocks noGrp="1"/>
          </p:cNvSpPr>
          <p:nvPr>
            <p:ph type="title" idx="6"/>
          </p:nvPr>
        </p:nvSpPr>
        <p:spPr>
          <a:xfrm flipH="1">
            <a:off x="4242875" y="3400212"/>
            <a:ext cx="872100" cy="338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500"/>
              <a:buNone/>
              <a:defRPr/>
            </a:lvl1pPr>
            <a:lvl2pPr lvl="1" algn="r">
              <a:lnSpc>
                <a:spcPct val="100000"/>
              </a:lnSpc>
              <a:spcBef>
                <a:spcPts val="0"/>
              </a:spcBef>
              <a:spcAft>
                <a:spcPts val="0"/>
              </a:spcAft>
              <a:buSzPts val="2500"/>
              <a:buNone/>
              <a:defRPr sz="2500"/>
            </a:lvl2pPr>
            <a:lvl3pPr lvl="2" algn="r">
              <a:lnSpc>
                <a:spcPct val="100000"/>
              </a:lnSpc>
              <a:spcBef>
                <a:spcPts val="0"/>
              </a:spcBef>
              <a:spcAft>
                <a:spcPts val="0"/>
              </a:spcAft>
              <a:buSzPts val="2500"/>
              <a:buNone/>
              <a:defRPr sz="2500"/>
            </a:lvl3pPr>
            <a:lvl4pPr lvl="3" algn="r">
              <a:lnSpc>
                <a:spcPct val="100000"/>
              </a:lnSpc>
              <a:spcBef>
                <a:spcPts val="0"/>
              </a:spcBef>
              <a:spcAft>
                <a:spcPts val="0"/>
              </a:spcAft>
              <a:buSzPts val="2500"/>
              <a:buNone/>
              <a:defRPr sz="2500"/>
            </a:lvl4pPr>
            <a:lvl5pPr lvl="4" algn="r">
              <a:lnSpc>
                <a:spcPct val="100000"/>
              </a:lnSpc>
              <a:spcBef>
                <a:spcPts val="0"/>
              </a:spcBef>
              <a:spcAft>
                <a:spcPts val="0"/>
              </a:spcAft>
              <a:buSzPts val="2500"/>
              <a:buNone/>
              <a:defRPr sz="2500"/>
            </a:lvl5pPr>
            <a:lvl6pPr lvl="5" algn="r">
              <a:lnSpc>
                <a:spcPct val="100000"/>
              </a:lnSpc>
              <a:spcBef>
                <a:spcPts val="0"/>
              </a:spcBef>
              <a:spcAft>
                <a:spcPts val="0"/>
              </a:spcAft>
              <a:buSzPts val="2500"/>
              <a:buNone/>
              <a:defRPr sz="2500"/>
            </a:lvl6pPr>
            <a:lvl7pPr lvl="6" algn="r">
              <a:lnSpc>
                <a:spcPct val="100000"/>
              </a:lnSpc>
              <a:spcBef>
                <a:spcPts val="0"/>
              </a:spcBef>
              <a:spcAft>
                <a:spcPts val="0"/>
              </a:spcAft>
              <a:buSzPts val="2500"/>
              <a:buNone/>
              <a:defRPr sz="2500"/>
            </a:lvl7pPr>
            <a:lvl8pPr lvl="7" algn="r">
              <a:lnSpc>
                <a:spcPct val="100000"/>
              </a:lnSpc>
              <a:spcBef>
                <a:spcPts val="0"/>
              </a:spcBef>
              <a:spcAft>
                <a:spcPts val="0"/>
              </a:spcAft>
              <a:buSzPts val="2500"/>
              <a:buNone/>
              <a:defRPr sz="2500"/>
            </a:lvl8pPr>
            <a:lvl9pPr lvl="8" algn="r">
              <a:lnSpc>
                <a:spcPct val="100000"/>
              </a:lnSpc>
              <a:spcBef>
                <a:spcPts val="0"/>
              </a:spcBef>
              <a:spcAft>
                <a:spcPts val="0"/>
              </a:spcAft>
              <a:buSzPts val="2500"/>
              <a:buNone/>
              <a:defRPr sz="2500"/>
            </a:lvl9pPr>
          </a:lstStyle>
          <a:p/>
        </p:txBody>
      </p:sp>
      <p:sp>
        <p:nvSpPr>
          <p:cNvPr id="57" name="Google Shape;57;p48"/>
          <p:cNvSpPr txBox="1">
            <a:spLocks noGrp="1"/>
          </p:cNvSpPr>
          <p:nvPr>
            <p:ph type="subTitle" idx="7"/>
          </p:nvPr>
        </p:nvSpPr>
        <p:spPr>
          <a:xfrm>
            <a:off x="5114975" y="3738593"/>
            <a:ext cx="3129000" cy="4881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1400"/>
              <a:buNone/>
              <a:defRPr>
                <a:solidFill>
                  <a:schemeClr val="accent3"/>
                </a:solidFill>
              </a:defRPr>
            </a:lvl1pPr>
            <a:lvl2pPr lvl="1" algn="r">
              <a:lnSpc>
                <a:spcPct val="100000"/>
              </a:lnSpc>
              <a:spcBef>
                <a:spcPts val="0"/>
              </a:spcBef>
              <a:spcAft>
                <a:spcPts val="0"/>
              </a:spcAft>
              <a:buClr>
                <a:schemeClr val="dk1"/>
              </a:buClr>
              <a:buSzPts val="1400"/>
              <a:buNone/>
              <a:defRPr>
                <a:solidFill>
                  <a:schemeClr val="dk1"/>
                </a:solidFill>
              </a:defRPr>
            </a:lvl2pPr>
            <a:lvl3pPr lvl="2" algn="r">
              <a:lnSpc>
                <a:spcPct val="100000"/>
              </a:lnSpc>
              <a:spcBef>
                <a:spcPts val="0"/>
              </a:spcBef>
              <a:spcAft>
                <a:spcPts val="0"/>
              </a:spcAft>
              <a:buClr>
                <a:schemeClr val="dk1"/>
              </a:buClr>
              <a:buSzPts val="1400"/>
              <a:buNone/>
              <a:defRPr>
                <a:solidFill>
                  <a:schemeClr val="dk1"/>
                </a:solidFill>
              </a:defRPr>
            </a:lvl3pPr>
            <a:lvl4pPr lvl="3" algn="r">
              <a:lnSpc>
                <a:spcPct val="100000"/>
              </a:lnSpc>
              <a:spcBef>
                <a:spcPts val="0"/>
              </a:spcBef>
              <a:spcAft>
                <a:spcPts val="0"/>
              </a:spcAft>
              <a:buClr>
                <a:schemeClr val="dk1"/>
              </a:buClr>
              <a:buSzPts val="1400"/>
              <a:buNone/>
              <a:defRPr>
                <a:solidFill>
                  <a:schemeClr val="dk1"/>
                </a:solidFill>
              </a:defRPr>
            </a:lvl4pPr>
            <a:lvl5pPr lvl="4" algn="r">
              <a:lnSpc>
                <a:spcPct val="100000"/>
              </a:lnSpc>
              <a:spcBef>
                <a:spcPts val="0"/>
              </a:spcBef>
              <a:spcAft>
                <a:spcPts val="0"/>
              </a:spcAft>
              <a:buClr>
                <a:schemeClr val="dk1"/>
              </a:buClr>
              <a:buSzPts val="1400"/>
              <a:buNone/>
              <a:defRPr>
                <a:solidFill>
                  <a:schemeClr val="dk1"/>
                </a:solidFill>
              </a:defRPr>
            </a:lvl5pPr>
            <a:lvl6pPr lvl="5" algn="r">
              <a:lnSpc>
                <a:spcPct val="100000"/>
              </a:lnSpc>
              <a:spcBef>
                <a:spcPts val="0"/>
              </a:spcBef>
              <a:spcAft>
                <a:spcPts val="0"/>
              </a:spcAft>
              <a:buClr>
                <a:schemeClr val="dk1"/>
              </a:buClr>
              <a:buSzPts val="1400"/>
              <a:buNone/>
              <a:defRPr>
                <a:solidFill>
                  <a:schemeClr val="dk1"/>
                </a:solidFill>
              </a:defRPr>
            </a:lvl6pPr>
            <a:lvl7pPr lvl="6" algn="r">
              <a:lnSpc>
                <a:spcPct val="100000"/>
              </a:lnSpc>
              <a:spcBef>
                <a:spcPts val="0"/>
              </a:spcBef>
              <a:spcAft>
                <a:spcPts val="0"/>
              </a:spcAft>
              <a:buClr>
                <a:schemeClr val="dk1"/>
              </a:buClr>
              <a:buSzPts val="1400"/>
              <a:buNone/>
              <a:defRPr>
                <a:solidFill>
                  <a:schemeClr val="dk1"/>
                </a:solidFill>
              </a:defRPr>
            </a:lvl7pPr>
            <a:lvl8pPr lvl="7" algn="r">
              <a:lnSpc>
                <a:spcPct val="100000"/>
              </a:lnSpc>
              <a:spcBef>
                <a:spcPts val="0"/>
              </a:spcBef>
              <a:spcAft>
                <a:spcPts val="0"/>
              </a:spcAft>
              <a:buClr>
                <a:schemeClr val="dk1"/>
              </a:buClr>
              <a:buSzPts val="1400"/>
              <a:buNone/>
              <a:defRPr>
                <a:solidFill>
                  <a:schemeClr val="dk1"/>
                </a:solidFill>
              </a:defRPr>
            </a:lvl8pPr>
            <a:lvl9pPr lvl="8" algn="r">
              <a:lnSpc>
                <a:spcPct val="100000"/>
              </a:lnSpc>
              <a:spcBef>
                <a:spcPts val="0"/>
              </a:spcBef>
              <a:spcAft>
                <a:spcPts val="0"/>
              </a:spcAft>
              <a:buClr>
                <a:schemeClr val="dk1"/>
              </a:buClr>
              <a:buSzPts val="1400"/>
              <a:buNone/>
              <a:defRPr>
                <a:solidFill>
                  <a:schemeClr val="dk1"/>
                </a:solidFill>
              </a:defRPr>
            </a:lvl9pPr>
          </a:lstStyle>
          <a:p/>
        </p:txBody>
      </p:sp>
      <p:sp>
        <p:nvSpPr>
          <p:cNvPr id="58" name="Google Shape;58;p48"/>
          <p:cNvSpPr txBox="1">
            <a:spLocks noGrp="1"/>
          </p:cNvSpPr>
          <p:nvPr>
            <p:ph type="subTitle" idx="8"/>
          </p:nvPr>
        </p:nvSpPr>
        <p:spPr>
          <a:xfrm>
            <a:off x="5114975" y="3400200"/>
            <a:ext cx="31290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1800"/>
            </a:lvl1pPr>
            <a:lvl2pPr lvl="1" algn="r">
              <a:lnSpc>
                <a:spcPct val="100000"/>
              </a:lnSpc>
              <a:spcBef>
                <a:spcPts val="0"/>
              </a:spcBef>
              <a:spcAft>
                <a:spcPts val="0"/>
              </a:spcAft>
              <a:buClr>
                <a:schemeClr val="dk1"/>
              </a:buClr>
              <a:buSzPts val="2000"/>
              <a:buNone/>
              <a:defRPr sz="2000">
                <a:solidFill>
                  <a:schemeClr val="dk1"/>
                </a:solidFill>
              </a:defRPr>
            </a:lvl2pPr>
            <a:lvl3pPr lvl="2" algn="r">
              <a:lnSpc>
                <a:spcPct val="100000"/>
              </a:lnSpc>
              <a:spcBef>
                <a:spcPts val="0"/>
              </a:spcBef>
              <a:spcAft>
                <a:spcPts val="0"/>
              </a:spcAft>
              <a:buClr>
                <a:schemeClr val="dk1"/>
              </a:buClr>
              <a:buSzPts val="2000"/>
              <a:buNone/>
              <a:defRPr sz="2000">
                <a:solidFill>
                  <a:schemeClr val="dk1"/>
                </a:solidFill>
              </a:defRPr>
            </a:lvl3pPr>
            <a:lvl4pPr lvl="3" algn="r">
              <a:lnSpc>
                <a:spcPct val="100000"/>
              </a:lnSpc>
              <a:spcBef>
                <a:spcPts val="0"/>
              </a:spcBef>
              <a:spcAft>
                <a:spcPts val="0"/>
              </a:spcAft>
              <a:buClr>
                <a:schemeClr val="dk1"/>
              </a:buClr>
              <a:buSzPts val="2000"/>
              <a:buNone/>
              <a:defRPr sz="2000">
                <a:solidFill>
                  <a:schemeClr val="dk1"/>
                </a:solidFill>
              </a:defRPr>
            </a:lvl4pPr>
            <a:lvl5pPr lvl="4" algn="r">
              <a:lnSpc>
                <a:spcPct val="100000"/>
              </a:lnSpc>
              <a:spcBef>
                <a:spcPts val="0"/>
              </a:spcBef>
              <a:spcAft>
                <a:spcPts val="0"/>
              </a:spcAft>
              <a:buClr>
                <a:schemeClr val="dk1"/>
              </a:buClr>
              <a:buSzPts val="2000"/>
              <a:buNone/>
              <a:defRPr sz="2000">
                <a:solidFill>
                  <a:schemeClr val="dk1"/>
                </a:solidFill>
              </a:defRPr>
            </a:lvl5pPr>
            <a:lvl6pPr lvl="5" algn="r">
              <a:lnSpc>
                <a:spcPct val="100000"/>
              </a:lnSpc>
              <a:spcBef>
                <a:spcPts val="0"/>
              </a:spcBef>
              <a:spcAft>
                <a:spcPts val="0"/>
              </a:spcAft>
              <a:buClr>
                <a:schemeClr val="dk1"/>
              </a:buClr>
              <a:buSzPts val="2000"/>
              <a:buNone/>
              <a:defRPr sz="2000">
                <a:solidFill>
                  <a:schemeClr val="dk1"/>
                </a:solidFill>
              </a:defRPr>
            </a:lvl6pPr>
            <a:lvl7pPr lvl="6" algn="r">
              <a:lnSpc>
                <a:spcPct val="100000"/>
              </a:lnSpc>
              <a:spcBef>
                <a:spcPts val="0"/>
              </a:spcBef>
              <a:spcAft>
                <a:spcPts val="0"/>
              </a:spcAft>
              <a:buClr>
                <a:schemeClr val="dk1"/>
              </a:buClr>
              <a:buSzPts val="2000"/>
              <a:buNone/>
              <a:defRPr sz="2000">
                <a:solidFill>
                  <a:schemeClr val="dk1"/>
                </a:solidFill>
              </a:defRPr>
            </a:lvl7pPr>
            <a:lvl8pPr lvl="7" algn="r">
              <a:lnSpc>
                <a:spcPct val="100000"/>
              </a:lnSpc>
              <a:spcBef>
                <a:spcPts val="0"/>
              </a:spcBef>
              <a:spcAft>
                <a:spcPts val="0"/>
              </a:spcAft>
              <a:buClr>
                <a:schemeClr val="dk1"/>
              </a:buClr>
              <a:buSzPts val="2000"/>
              <a:buNone/>
              <a:defRPr sz="2000">
                <a:solidFill>
                  <a:schemeClr val="dk1"/>
                </a:solidFill>
              </a:defRPr>
            </a:lvl8pPr>
            <a:lvl9pPr lvl="8" algn="r">
              <a:lnSpc>
                <a:spcPct val="100000"/>
              </a:lnSpc>
              <a:spcBef>
                <a:spcPts val="0"/>
              </a:spcBef>
              <a:spcAft>
                <a:spcPts val="0"/>
              </a:spcAft>
              <a:buClr>
                <a:schemeClr val="dk1"/>
              </a:buClr>
              <a:buSzPts val="2000"/>
              <a:buNone/>
              <a:defRPr sz="2000">
                <a:solidFill>
                  <a:schemeClr val="dk1"/>
                </a:solidFill>
              </a:defRPr>
            </a:lvl9pPr>
          </a:lstStyle>
          <a:p/>
        </p:txBody>
      </p:sp>
      <p:sp>
        <p:nvSpPr>
          <p:cNvPr id="59" name="Google Shape;59;p48"/>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60" name="Google Shape;60;p48"/>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61" name="Google Shape;61;p48"/>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62" name="Google Shape;62;p48"/>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63" name="Google Shape;63;p48"/>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64" name="Google Shape;64;p48"/>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65" name="Google Shape;65;p48"/>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66" name="Google Shape;66;p48"/>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67" name="Google Shape;67;p48"/>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68" name="Google Shape;68;p48"/>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69" name="Google Shape;69;p48"/>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70" name="Google Shape;70;p48"/>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71" name="Google Shape;71;p48"/>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72" name="Google Shape;72;p48"/>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73" name="Google Shape;73;p48"/>
          <p:cNvSpPr txBox="1">
            <a:spLocks noGrp="1"/>
          </p:cNvSpPr>
          <p:nvPr>
            <p:ph type="title" idx="9"/>
          </p:nvPr>
        </p:nvSpPr>
        <p:spPr>
          <a:xfrm>
            <a:off x="1143250" y="582700"/>
            <a:ext cx="7290600" cy="541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74"/>
        <p:cNvGrpSpPr/>
        <p:nvPr/>
      </p:nvGrpSpPr>
      <p:grpSpPr>
        <a:xfrm>
          <a:off x="0" y="0"/>
          <a:ext cx="0" cy="0"/>
          <a:chOff x="0" y="0"/>
          <a:chExt cx="0" cy="0"/>
        </a:xfrm>
      </p:grpSpPr>
      <p:sp>
        <p:nvSpPr>
          <p:cNvPr id="75" name="Google Shape;75;p49"/>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6" name="Google Shape;76;p49"/>
          <p:cNvSpPr/>
          <p:nvPr/>
        </p:nvSpPr>
        <p:spPr>
          <a:xfrm>
            <a:off x="0" y="0"/>
            <a:ext cx="4572000" cy="5928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7" name="Google Shape;77;p49"/>
          <p:cNvSpPr txBox="1">
            <a:spLocks noGrp="1"/>
          </p:cNvSpPr>
          <p:nvPr>
            <p:ph type="title"/>
          </p:nvPr>
        </p:nvSpPr>
        <p:spPr>
          <a:xfrm flipH="1">
            <a:off x="2054663" y="586975"/>
            <a:ext cx="1842300" cy="11046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500"/>
              <a:buNone/>
              <a:defRPr sz="10000"/>
            </a:lvl1pPr>
            <a:lvl2pPr lvl="1" algn="r">
              <a:lnSpc>
                <a:spcPct val="100000"/>
              </a:lnSpc>
              <a:spcBef>
                <a:spcPts val="0"/>
              </a:spcBef>
              <a:spcAft>
                <a:spcPts val="0"/>
              </a:spcAft>
              <a:buClr>
                <a:schemeClr val="dk1"/>
              </a:buClr>
              <a:buSzPts val="2500"/>
              <a:buNone/>
              <a:defRPr sz="2500">
                <a:solidFill>
                  <a:schemeClr val="dk1"/>
                </a:solidFill>
              </a:defRPr>
            </a:lvl2pPr>
            <a:lvl3pPr lvl="2" algn="r">
              <a:lnSpc>
                <a:spcPct val="100000"/>
              </a:lnSpc>
              <a:spcBef>
                <a:spcPts val="0"/>
              </a:spcBef>
              <a:spcAft>
                <a:spcPts val="0"/>
              </a:spcAft>
              <a:buClr>
                <a:schemeClr val="dk1"/>
              </a:buClr>
              <a:buSzPts val="2500"/>
              <a:buNone/>
              <a:defRPr sz="2500">
                <a:solidFill>
                  <a:schemeClr val="dk1"/>
                </a:solidFill>
              </a:defRPr>
            </a:lvl3pPr>
            <a:lvl4pPr lvl="3" algn="r">
              <a:lnSpc>
                <a:spcPct val="100000"/>
              </a:lnSpc>
              <a:spcBef>
                <a:spcPts val="0"/>
              </a:spcBef>
              <a:spcAft>
                <a:spcPts val="0"/>
              </a:spcAft>
              <a:buClr>
                <a:schemeClr val="dk1"/>
              </a:buClr>
              <a:buSzPts val="2500"/>
              <a:buNone/>
              <a:defRPr sz="2500">
                <a:solidFill>
                  <a:schemeClr val="dk1"/>
                </a:solidFill>
              </a:defRPr>
            </a:lvl4pPr>
            <a:lvl5pPr lvl="4" algn="r">
              <a:lnSpc>
                <a:spcPct val="100000"/>
              </a:lnSpc>
              <a:spcBef>
                <a:spcPts val="0"/>
              </a:spcBef>
              <a:spcAft>
                <a:spcPts val="0"/>
              </a:spcAft>
              <a:buClr>
                <a:schemeClr val="dk1"/>
              </a:buClr>
              <a:buSzPts val="2500"/>
              <a:buNone/>
              <a:defRPr sz="2500">
                <a:solidFill>
                  <a:schemeClr val="dk1"/>
                </a:solidFill>
              </a:defRPr>
            </a:lvl5pPr>
            <a:lvl6pPr lvl="5" algn="r">
              <a:lnSpc>
                <a:spcPct val="100000"/>
              </a:lnSpc>
              <a:spcBef>
                <a:spcPts val="0"/>
              </a:spcBef>
              <a:spcAft>
                <a:spcPts val="0"/>
              </a:spcAft>
              <a:buClr>
                <a:schemeClr val="dk1"/>
              </a:buClr>
              <a:buSzPts val="2500"/>
              <a:buNone/>
              <a:defRPr sz="2500">
                <a:solidFill>
                  <a:schemeClr val="dk1"/>
                </a:solidFill>
              </a:defRPr>
            </a:lvl6pPr>
            <a:lvl7pPr lvl="6" algn="r">
              <a:lnSpc>
                <a:spcPct val="100000"/>
              </a:lnSpc>
              <a:spcBef>
                <a:spcPts val="0"/>
              </a:spcBef>
              <a:spcAft>
                <a:spcPts val="0"/>
              </a:spcAft>
              <a:buClr>
                <a:schemeClr val="dk1"/>
              </a:buClr>
              <a:buSzPts val="2500"/>
              <a:buNone/>
              <a:defRPr sz="2500">
                <a:solidFill>
                  <a:schemeClr val="dk1"/>
                </a:solidFill>
              </a:defRPr>
            </a:lvl7pPr>
            <a:lvl8pPr lvl="7" algn="r">
              <a:lnSpc>
                <a:spcPct val="100000"/>
              </a:lnSpc>
              <a:spcBef>
                <a:spcPts val="0"/>
              </a:spcBef>
              <a:spcAft>
                <a:spcPts val="0"/>
              </a:spcAft>
              <a:buClr>
                <a:schemeClr val="dk1"/>
              </a:buClr>
              <a:buSzPts val="2500"/>
              <a:buNone/>
              <a:defRPr sz="2500">
                <a:solidFill>
                  <a:schemeClr val="dk1"/>
                </a:solidFill>
              </a:defRPr>
            </a:lvl8pPr>
            <a:lvl9pPr lvl="8" algn="r">
              <a:lnSpc>
                <a:spcPct val="100000"/>
              </a:lnSpc>
              <a:spcBef>
                <a:spcPts val="0"/>
              </a:spcBef>
              <a:spcAft>
                <a:spcPts val="0"/>
              </a:spcAft>
              <a:buClr>
                <a:schemeClr val="dk1"/>
              </a:buClr>
              <a:buSzPts val="2500"/>
              <a:buNone/>
              <a:defRPr sz="2500">
                <a:solidFill>
                  <a:schemeClr val="dk1"/>
                </a:solidFill>
              </a:defRPr>
            </a:lvl9pPr>
          </a:lstStyle>
          <a:p/>
        </p:txBody>
      </p:sp>
      <p:sp>
        <p:nvSpPr>
          <p:cNvPr id="78" name="Google Shape;78;p49"/>
          <p:cNvSpPr txBox="1">
            <a:spLocks noGrp="1"/>
          </p:cNvSpPr>
          <p:nvPr>
            <p:ph type="title" idx="2"/>
          </p:nvPr>
        </p:nvSpPr>
        <p:spPr>
          <a:xfrm>
            <a:off x="2605788" y="1846623"/>
            <a:ext cx="5377200" cy="5355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600"/>
              <a:buNone/>
              <a:defRPr sz="3000">
                <a:solidFill>
                  <a:schemeClr val="dk2"/>
                </a:solidFill>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79" name="Google Shape;79;p49"/>
          <p:cNvSpPr txBox="1">
            <a:spLocks noGrp="1"/>
          </p:cNvSpPr>
          <p:nvPr>
            <p:ph type="subTitle" idx="1"/>
          </p:nvPr>
        </p:nvSpPr>
        <p:spPr>
          <a:xfrm>
            <a:off x="3038363" y="2448125"/>
            <a:ext cx="3960900" cy="7830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400"/>
              <a:buNone/>
              <a:defRPr sz="1800">
                <a:solidFill>
                  <a:schemeClr val="accent3"/>
                </a:solidFill>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80" name="Google Shape;80;p49"/>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81" name="Google Shape;81;p49"/>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82" name="Google Shape;82;p49"/>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83" name="Google Shape;83;p49"/>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84" name="Google Shape;84;p49"/>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85" name="Google Shape;85;p49"/>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86" name="Google Shape;86;p49"/>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87" name="Google Shape;87;p49"/>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88" name="Google Shape;88;p49"/>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89" name="Google Shape;89;p49"/>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90" name="Google Shape;90;p49"/>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91" name="Google Shape;91;p49"/>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92" name="Google Shape;92;p49"/>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93" name="Google Shape;93;p49"/>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1" name="Shape 94"/>
        <p:cNvGrpSpPr/>
        <p:nvPr/>
      </p:nvGrpSpPr>
      <p:grpSpPr>
        <a:xfrm>
          <a:off x="0" y="0"/>
          <a:ext cx="0" cy="0"/>
          <a:chOff x="0" y="0"/>
          <a:chExt cx="0" cy="0"/>
        </a:xfrm>
      </p:grpSpPr>
      <p:sp>
        <p:nvSpPr>
          <p:cNvPr id="95" name="Google Shape;95;p50"/>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6" name="Google Shape;96;p50"/>
          <p:cNvSpPr/>
          <p:nvPr/>
        </p:nvSpPr>
        <p:spPr>
          <a:xfrm>
            <a:off x="4572000" y="0"/>
            <a:ext cx="4572000" cy="5928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7" name="Google Shape;97;p50"/>
          <p:cNvSpPr txBox="1">
            <a:spLocks noGrp="1"/>
          </p:cNvSpPr>
          <p:nvPr>
            <p:ph type="subTitle" idx="1"/>
          </p:nvPr>
        </p:nvSpPr>
        <p:spPr>
          <a:xfrm>
            <a:off x="2240150" y="3143327"/>
            <a:ext cx="5137500" cy="7845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p:txBody>
      </p:sp>
      <p:sp>
        <p:nvSpPr>
          <p:cNvPr id="98" name="Google Shape;98;p50"/>
          <p:cNvSpPr txBox="1">
            <a:spLocks noGrp="1"/>
          </p:cNvSpPr>
          <p:nvPr>
            <p:ph type="subTitle" idx="2"/>
          </p:nvPr>
        </p:nvSpPr>
        <p:spPr>
          <a:xfrm>
            <a:off x="2240150" y="1151940"/>
            <a:ext cx="5137500" cy="7845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p:txBody>
      </p:sp>
      <p:sp>
        <p:nvSpPr>
          <p:cNvPr id="99" name="Google Shape;99;p50"/>
          <p:cNvSpPr txBox="1">
            <a:spLocks noGrp="1"/>
          </p:cNvSpPr>
          <p:nvPr>
            <p:ph type="subTitle" idx="3"/>
          </p:nvPr>
        </p:nvSpPr>
        <p:spPr>
          <a:xfrm>
            <a:off x="1143250" y="2612625"/>
            <a:ext cx="4057200" cy="530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800"/>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p:txBody>
      </p:sp>
      <p:sp>
        <p:nvSpPr>
          <p:cNvPr id="100" name="Google Shape;100;p50"/>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01" name="Google Shape;101;p50"/>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02" name="Google Shape;102;p50"/>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03" name="Google Shape;103;p50"/>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04" name="Google Shape;104;p50"/>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05" name="Google Shape;105;p50"/>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06" name="Google Shape;106;p50"/>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07" name="Google Shape;107;p50"/>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08" name="Google Shape;108;p50"/>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09" name="Google Shape;109;p50"/>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10" name="Google Shape;110;p50"/>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11" name="Google Shape;111;p50"/>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12" name="Google Shape;112;p50"/>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13" name="Google Shape;113;p50"/>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14" name="Google Shape;114;p50"/>
          <p:cNvSpPr txBox="1">
            <a:spLocks noGrp="1"/>
          </p:cNvSpPr>
          <p:nvPr>
            <p:ph type="title"/>
          </p:nvPr>
        </p:nvSpPr>
        <p:spPr>
          <a:xfrm>
            <a:off x="1143250" y="621240"/>
            <a:ext cx="4057200" cy="530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15"/>
        <p:cNvGrpSpPr/>
        <p:nvPr/>
      </p:nvGrpSpPr>
      <p:grpSpPr>
        <a:xfrm>
          <a:off x="0" y="0"/>
          <a:ext cx="0" cy="0"/>
          <a:chOff x="0" y="0"/>
          <a:chExt cx="0" cy="0"/>
        </a:xfrm>
      </p:grpSpPr>
      <p:sp>
        <p:nvSpPr>
          <p:cNvPr id="116" name="Google Shape;116;p51"/>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7" name="Google Shape;117;p51"/>
          <p:cNvSpPr/>
          <p:nvPr/>
        </p:nvSpPr>
        <p:spPr>
          <a:xfrm>
            <a:off x="0" y="0"/>
            <a:ext cx="4572000" cy="5928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8" name="Google Shape;118;p51"/>
          <p:cNvSpPr txBox="1">
            <a:spLocks noGrp="1"/>
          </p:cNvSpPr>
          <p:nvPr>
            <p:ph type="title"/>
          </p:nvPr>
        </p:nvSpPr>
        <p:spPr>
          <a:xfrm>
            <a:off x="1131500" y="621250"/>
            <a:ext cx="4045200" cy="530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200"/>
              <a:buNone/>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19" name="Google Shape;119;p51"/>
          <p:cNvSpPr txBox="1">
            <a:spLocks noGrp="1"/>
          </p:cNvSpPr>
          <p:nvPr>
            <p:ph type="subTitle" idx="1"/>
          </p:nvPr>
        </p:nvSpPr>
        <p:spPr>
          <a:xfrm>
            <a:off x="1593350" y="1574450"/>
            <a:ext cx="5539200" cy="14046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1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20" name="Google Shape;120;p51"/>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21" name="Google Shape;121;p51"/>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22" name="Google Shape;122;p51"/>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23" name="Google Shape;123;p51"/>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24" name="Google Shape;124;p51"/>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25" name="Google Shape;125;p51"/>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26" name="Google Shape;126;p51"/>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27" name="Google Shape;127;p51"/>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28" name="Google Shape;128;p51"/>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29" name="Google Shape;129;p51"/>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30" name="Google Shape;130;p51"/>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31" name="Google Shape;131;p51"/>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32" name="Google Shape;132;p51"/>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33" name="Google Shape;133;p51"/>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134"/>
        <p:cNvGrpSpPr/>
        <p:nvPr/>
      </p:nvGrpSpPr>
      <p:grpSpPr>
        <a:xfrm>
          <a:off x="0" y="0"/>
          <a:ext cx="0" cy="0"/>
          <a:chOff x="0" y="0"/>
          <a:chExt cx="0" cy="0"/>
        </a:xfrm>
      </p:grpSpPr>
      <p:sp>
        <p:nvSpPr>
          <p:cNvPr id="135" name="Google Shape;135;p52"/>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6" name="Google Shape;136;p52"/>
          <p:cNvSpPr/>
          <p:nvPr/>
        </p:nvSpPr>
        <p:spPr>
          <a:xfrm>
            <a:off x="4572000" y="0"/>
            <a:ext cx="4572000" cy="5928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7" name="Google Shape;137;p52"/>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38" name="Google Shape;138;p52"/>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39" name="Google Shape;139;p52"/>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40" name="Google Shape;140;p52"/>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41" name="Google Shape;141;p52"/>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42" name="Google Shape;142;p52"/>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43" name="Google Shape;143;p52"/>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44" name="Google Shape;144;p52"/>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45" name="Google Shape;145;p52"/>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46" name="Google Shape;146;p52"/>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47" name="Google Shape;147;p52"/>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48" name="Google Shape;148;p52"/>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49" name="Google Shape;149;p52"/>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50" name="Google Shape;150;p52"/>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51" name="Google Shape;151;p52"/>
          <p:cNvSpPr txBox="1">
            <a:spLocks noGrp="1"/>
          </p:cNvSpPr>
          <p:nvPr>
            <p:ph type="title"/>
          </p:nvPr>
        </p:nvSpPr>
        <p:spPr>
          <a:xfrm>
            <a:off x="1143250" y="582700"/>
            <a:ext cx="7290600" cy="541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hree columns">
  <p:cSld name="CUSTOM_4">
    <p:spTree>
      <p:nvGrpSpPr>
        <p:cNvPr id="1" name="Shape 152"/>
        <p:cNvGrpSpPr/>
        <p:nvPr/>
      </p:nvGrpSpPr>
      <p:grpSpPr>
        <a:xfrm>
          <a:off x="0" y="0"/>
          <a:ext cx="0" cy="0"/>
          <a:chOff x="0" y="0"/>
          <a:chExt cx="0" cy="0"/>
        </a:xfrm>
      </p:grpSpPr>
      <p:sp>
        <p:nvSpPr>
          <p:cNvPr id="153" name="Google Shape;153;p53"/>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4" name="Google Shape;154;p53"/>
          <p:cNvSpPr/>
          <p:nvPr/>
        </p:nvSpPr>
        <p:spPr>
          <a:xfrm>
            <a:off x="457200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5" name="Google Shape;155;p53"/>
          <p:cNvSpPr txBox="1">
            <a:spLocks noGrp="1"/>
          </p:cNvSpPr>
          <p:nvPr>
            <p:ph type="subTitle" idx="1"/>
          </p:nvPr>
        </p:nvSpPr>
        <p:spPr>
          <a:xfrm>
            <a:off x="3443750" y="3621269"/>
            <a:ext cx="5010300" cy="574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p:txBody>
      </p:sp>
      <p:sp>
        <p:nvSpPr>
          <p:cNvPr id="156" name="Google Shape;156;p53"/>
          <p:cNvSpPr txBox="1">
            <a:spLocks noGrp="1"/>
          </p:cNvSpPr>
          <p:nvPr>
            <p:ph type="subTitle" idx="2"/>
          </p:nvPr>
        </p:nvSpPr>
        <p:spPr>
          <a:xfrm>
            <a:off x="3051250" y="2638350"/>
            <a:ext cx="5010300" cy="574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p:txBody>
      </p:sp>
      <p:sp>
        <p:nvSpPr>
          <p:cNvPr id="157" name="Google Shape;157;p53"/>
          <p:cNvSpPr txBox="1">
            <a:spLocks noGrp="1"/>
          </p:cNvSpPr>
          <p:nvPr>
            <p:ph type="subTitle" idx="3"/>
          </p:nvPr>
        </p:nvSpPr>
        <p:spPr>
          <a:xfrm>
            <a:off x="3051250" y="2330425"/>
            <a:ext cx="50103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000">
                <a:solidFill>
                  <a:schemeClr val="lt2"/>
                </a:solidFill>
              </a:defRPr>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p:txBody>
      </p:sp>
      <p:sp>
        <p:nvSpPr>
          <p:cNvPr id="158" name="Google Shape;158;p53"/>
          <p:cNvSpPr txBox="1">
            <a:spLocks noGrp="1"/>
          </p:cNvSpPr>
          <p:nvPr>
            <p:ph type="subTitle" idx="4"/>
          </p:nvPr>
        </p:nvSpPr>
        <p:spPr>
          <a:xfrm>
            <a:off x="2624725" y="1655450"/>
            <a:ext cx="5010300" cy="574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p:txBody>
      </p:sp>
      <p:sp>
        <p:nvSpPr>
          <p:cNvPr id="159" name="Google Shape;159;p53"/>
          <p:cNvSpPr txBox="1">
            <a:spLocks noGrp="1"/>
          </p:cNvSpPr>
          <p:nvPr>
            <p:ph type="subTitle" idx="5"/>
          </p:nvPr>
        </p:nvSpPr>
        <p:spPr>
          <a:xfrm>
            <a:off x="2624725" y="1347525"/>
            <a:ext cx="50103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000">
                <a:solidFill>
                  <a:schemeClr val="accent1"/>
                </a:solidFill>
              </a:defRPr>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p:txBody>
      </p:sp>
      <p:sp>
        <p:nvSpPr>
          <p:cNvPr id="160" name="Google Shape;160;p53"/>
          <p:cNvSpPr txBox="1">
            <a:spLocks noGrp="1"/>
          </p:cNvSpPr>
          <p:nvPr>
            <p:ph type="subTitle" idx="6"/>
          </p:nvPr>
        </p:nvSpPr>
        <p:spPr>
          <a:xfrm>
            <a:off x="3443750" y="3313350"/>
            <a:ext cx="50103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000"/>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p:txBody>
      </p:sp>
      <p:sp>
        <p:nvSpPr>
          <p:cNvPr id="161" name="Google Shape;161;p53"/>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62" name="Google Shape;162;p53"/>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63" name="Google Shape;163;p53"/>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64" name="Google Shape;164;p53"/>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65" name="Google Shape;165;p53"/>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66" name="Google Shape;166;p53"/>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67" name="Google Shape;167;p53"/>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68" name="Google Shape;168;p53"/>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69" name="Google Shape;169;p53"/>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70" name="Google Shape;170;p53"/>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71" name="Google Shape;171;p53"/>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72" name="Google Shape;172;p53"/>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73" name="Google Shape;173;p53"/>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74" name="Google Shape;174;p53"/>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75" name="Google Shape;175;p53"/>
          <p:cNvSpPr txBox="1">
            <a:spLocks noGrp="1"/>
          </p:cNvSpPr>
          <p:nvPr>
            <p:ph type="title"/>
          </p:nvPr>
        </p:nvSpPr>
        <p:spPr>
          <a:xfrm>
            <a:off x="1143250" y="582700"/>
            <a:ext cx="7290600" cy="541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76"/>
        <p:cNvGrpSpPr/>
        <p:nvPr/>
      </p:nvGrpSpPr>
      <p:grpSpPr>
        <a:xfrm>
          <a:off x="0" y="0"/>
          <a:ext cx="0" cy="0"/>
          <a:chOff x="0" y="0"/>
          <a:chExt cx="0" cy="0"/>
        </a:xfrm>
      </p:grpSpPr>
      <p:sp>
        <p:nvSpPr>
          <p:cNvPr id="177" name="Google Shape;177;p54"/>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8" name="Google Shape;178;p54"/>
          <p:cNvSpPr/>
          <p:nvPr/>
        </p:nvSpPr>
        <p:spPr>
          <a:xfrm>
            <a:off x="457200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9" name="Google Shape;179;p54"/>
          <p:cNvSpPr txBox="1">
            <a:spLocks noGrp="1"/>
          </p:cNvSpPr>
          <p:nvPr>
            <p:ph type="subTitle" idx="1"/>
          </p:nvPr>
        </p:nvSpPr>
        <p:spPr>
          <a:xfrm>
            <a:off x="5596231" y="1767554"/>
            <a:ext cx="2330700" cy="6462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p:txBody>
      </p:sp>
      <p:sp>
        <p:nvSpPr>
          <p:cNvPr id="180" name="Google Shape;180;p54"/>
          <p:cNvSpPr txBox="1">
            <a:spLocks noGrp="1"/>
          </p:cNvSpPr>
          <p:nvPr>
            <p:ph type="subTitle" idx="2"/>
          </p:nvPr>
        </p:nvSpPr>
        <p:spPr>
          <a:xfrm>
            <a:off x="2494725" y="1767558"/>
            <a:ext cx="2330700" cy="6462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p:txBody>
      </p:sp>
      <p:sp>
        <p:nvSpPr>
          <p:cNvPr id="181" name="Google Shape;181;p54"/>
          <p:cNvSpPr txBox="1">
            <a:spLocks noGrp="1"/>
          </p:cNvSpPr>
          <p:nvPr>
            <p:ph type="subTitle" idx="3"/>
          </p:nvPr>
        </p:nvSpPr>
        <p:spPr>
          <a:xfrm>
            <a:off x="2494725" y="1389663"/>
            <a:ext cx="23307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000">
                <a:solidFill>
                  <a:schemeClr val="accent1"/>
                </a:solidFill>
              </a:defRPr>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p:txBody>
      </p:sp>
      <p:sp>
        <p:nvSpPr>
          <p:cNvPr id="182" name="Google Shape;182;p54"/>
          <p:cNvSpPr txBox="1">
            <a:spLocks noGrp="1"/>
          </p:cNvSpPr>
          <p:nvPr>
            <p:ph type="subTitle" idx="4"/>
          </p:nvPr>
        </p:nvSpPr>
        <p:spPr>
          <a:xfrm>
            <a:off x="5596225" y="1389663"/>
            <a:ext cx="23307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000"/>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p:txBody>
      </p:sp>
      <p:sp>
        <p:nvSpPr>
          <p:cNvPr id="183" name="Google Shape;183;p54"/>
          <p:cNvSpPr txBox="1">
            <a:spLocks noGrp="1"/>
          </p:cNvSpPr>
          <p:nvPr>
            <p:ph type="subTitle" idx="5"/>
          </p:nvPr>
        </p:nvSpPr>
        <p:spPr>
          <a:xfrm>
            <a:off x="6030031" y="3371329"/>
            <a:ext cx="2330700" cy="6462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p:txBody>
      </p:sp>
      <p:sp>
        <p:nvSpPr>
          <p:cNvPr id="184" name="Google Shape;184;p54"/>
          <p:cNvSpPr txBox="1">
            <a:spLocks noGrp="1"/>
          </p:cNvSpPr>
          <p:nvPr>
            <p:ph type="subTitle" idx="6"/>
          </p:nvPr>
        </p:nvSpPr>
        <p:spPr>
          <a:xfrm>
            <a:off x="2928525" y="3371333"/>
            <a:ext cx="2330700" cy="6462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p:txBody>
      </p:sp>
      <p:sp>
        <p:nvSpPr>
          <p:cNvPr id="185" name="Google Shape;185;p54"/>
          <p:cNvSpPr txBox="1">
            <a:spLocks noGrp="1"/>
          </p:cNvSpPr>
          <p:nvPr>
            <p:ph type="subTitle" idx="7"/>
          </p:nvPr>
        </p:nvSpPr>
        <p:spPr>
          <a:xfrm>
            <a:off x="2928525" y="2993438"/>
            <a:ext cx="23307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000">
                <a:solidFill>
                  <a:schemeClr val="lt2"/>
                </a:solidFill>
              </a:defRPr>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p:txBody>
      </p:sp>
      <p:sp>
        <p:nvSpPr>
          <p:cNvPr id="186" name="Google Shape;186;p54"/>
          <p:cNvSpPr txBox="1">
            <a:spLocks noGrp="1"/>
          </p:cNvSpPr>
          <p:nvPr>
            <p:ph type="subTitle" idx="8"/>
          </p:nvPr>
        </p:nvSpPr>
        <p:spPr>
          <a:xfrm>
            <a:off x="6030025" y="2993438"/>
            <a:ext cx="23307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000">
                <a:solidFill>
                  <a:schemeClr val="accent2"/>
                </a:solidFill>
              </a:defRPr>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p:txBody>
      </p:sp>
      <p:sp>
        <p:nvSpPr>
          <p:cNvPr id="187" name="Google Shape;187;p54"/>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88" name="Google Shape;188;p54"/>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89" name="Google Shape;189;p54"/>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90" name="Google Shape;190;p54"/>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91" name="Google Shape;191;p54"/>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92" name="Google Shape;192;p54"/>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93" name="Google Shape;193;p54"/>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94" name="Google Shape;194;p54"/>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95" name="Google Shape;195;p54"/>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96" name="Google Shape;196;p54"/>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97" name="Google Shape;197;p54"/>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98" name="Google Shape;198;p54"/>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199" name="Google Shape;199;p54"/>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00" name="Google Shape;200;p54"/>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01" name="Google Shape;201;p54"/>
          <p:cNvSpPr txBox="1">
            <a:spLocks noGrp="1"/>
          </p:cNvSpPr>
          <p:nvPr>
            <p:ph type="title"/>
          </p:nvPr>
        </p:nvSpPr>
        <p:spPr>
          <a:xfrm>
            <a:off x="1143250" y="582700"/>
            <a:ext cx="7290600" cy="541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p:cSld name="CUSTOM_8">
    <p:spTree>
      <p:nvGrpSpPr>
        <p:cNvPr id="1" name="Shape 202"/>
        <p:cNvGrpSpPr/>
        <p:nvPr/>
      </p:nvGrpSpPr>
      <p:grpSpPr>
        <a:xfrm>
          <a:off x="0" y="0"/>
          <a:ext cx="0" cy="0"/>
          <a:chOff x="0" y="0"/>
          <a:chExt cx="0" cy="0"/>
        </a:xfrm>
      </p:grpSpPr>
      <p:sp>
        <p:nvSpPr>
          <p:cNvPr id="203" name="Google Shape;203;p55"/>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04" name="Google Shape;204;p55"/>
          <p:cNvSpPr/>
          <p:nvPr/>
        </p:nvSpPr>
        <p:spPr>
          <a:xfrm>
            <a:off x="457200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05" name="Google Shape;205;p55"/>
          <p:cNvSpPr txBox="1">
            <a:spLocks noGrp="1"/>
          </p:cNvSpPr>
          <p:nvPr>
            <p:ph type="body" idx="1"/>
          </p:nvPr>
        </p:nvSpPr>
        <p:spPr>
          <a:xfrm>
            <a:off x="3306200" y="2227588"/>
            <a:ext cx="4694400" cy="751800"/>
          </a:xfrm>
          <a:prstGeom prst="rect">
            <a:avLst/>
          </a:prstGeom>
          <a:noFill/>
          <a:ln>
            <a:noFill/>
          </a:ln>
        </p:spPr>
        <p:txBody>
          <a:bodyPr spcFirstLastPara="1" wrap="square" lIns="91425" tIns="91425" rIns="91425" bIns="91425" anchor="ctr" anchorCtr="0">
            <a:noAutofit/>
          </a:bodyPr>
          <a:lstStyle>
            <a:lvl1pPr marL="457200" lvl="0" indent="-304800" algn="l">
              <a:lnSpc>
                <a:spcPct val="100000"/>
              </a:lnSpc>
              <a:spcBef>
                <a:spcPts val="0"/>
              </a:spcBef>
              <a:spcAft>
                <a:spcPts val="0"/>
              </a:spcAft>
              <a:buClr>
                <a:schemeClr val="accent1"/>
              </a:buClr>
              <a:buSzPts val="1200"/>
              <a:buChar char="∗"/>
              <a:defRPr/>
            </a:lvl1pPr>
            <a:lvl2pPr marL="914400" lvl="1" indent="-317500" algn="l">
              <a:lnSpc>
                <a:spcPct val="100000"/>
              </a:lnSpc>
              <a:spcBef>
                <a:spcPts val="0"/>
              </a:spcBef>
              <a:spcAft>
                <a:spcPts val="0"/>
              </a:spcAft>
              <a:buClr>
                <a:schemeClr val="lt2"/>
              </a:buClr>
              <a:buSzPts val="1400"/>
              <a:buFont typeface="Montserrat"/>
              <a:buChar char="○"/>
              <a:defRPr/>
            </a:lvl2pPr>
            <a:lvl3pPr marL="1371600" lvl="2" indent="-317500" algn="l">
              <a:lnSpc>
                <a:spcPct val="100000"/>
              </a:lnSpc>
              <a:spcBef>
                <a:spcPts val="0"/>
              </a:spcBef>
              <a:spcAft>
                <a:spcPts val="0"/>
              </a:spcAft>
              <a:buClr>
                <a:schemeClr val="lt2"/>
              </a:buClr>
              <a:buSzPts val="1400"/>
              <a:buFont typeface="Montserrat"/>
              <a:buChar char="■"/>
              <a:defRPr/>
            </a:lvl3pPr>
            <a:lvl4pPr marL="1828800" lvl="3" indent="-317500" algn="l">
              <a:lnSpc>
                <a:spcPct val="100000"/>
              </a:lnSpc>
              <a:spcBef>
                <a:spcPts val="0"/>
              </a:spcBef>
              <a:spcAft>
                <a:spcPts val="0"/>
              </a:spcAft>
              <a:buClr>
                <a:schemeClr val="lt2"/>
              </a:buClr>
              <a:buSzPts val="1400"/>
              <a:buFont typeface="Montserrat"/>
              <a:buChar char="●"/>
              <a:defRPr/>
            </a:lvl4pPr>
            <a:lvl5pPr marL="2286000" lvl="4" indent="-317500" algn="l">
              <a:lnSpc>
                <a:spcPct val="100000"/>
              </a:lnSpc>
              <a:spcBef>
                <a:spcPts val="0"/>
              </a:spcBef>
              <a:spcAft>
                <a:spcPts val="0"/>
              </a:spcAft>
              <a:buClr>
                <a:schemeClr val="lt2"/>
              </a:buClr>
              <a:buSzPts val="1400"/>
              <a:buFont typeface="Montserrat"/>
              <a:buChar char="○"/>
              <a:defRPr/>
            </a:lvl5pPr>
            <a:lvl6pPr marL="2743200" lvl="5" indent="-317500" algn="l">
              <a:lnSpc>
                <a:spcPct val="100000"/>
              </a:lnSpc>
              <a:spcBef>
                <a:spcPts val="0"/>
              </a:spcBef>
              <a:spcAft>
                <a:spcPts val="0"/>
              </a:spcAft>
              <a:buClr>
                <a:schemeClr val="lt2"/>
              </a:buClr>
              <a:buSzPts val="1400"/>
              <a:buFont typeface="Montserrat"/>
              <a:buChar char="■"/>
              <a:defRPr/>
            </a:lvl6pPr>
            <a:lvl7pPr marL="3200400" lvl="6" indent="-317500" algn="l">
              <a:lnSpc>
                <a:spcPct val="100000"/>
              </a:lnSpc>
              <a:spcBef>
                <a:spcPts val="0"/>
              </a:spcBef>
              <a:spcAft>
                <a:spcPts val="0"/>
              </a:spcAft>
              <a:buClr>
                <a:schemeClr val="lt2"/>
              </a:buClr>
              <a:buSzPts val="1400"/>
              <a:buFont typeface="Montserrat"/>
              <a:buChar char="●"/>
              <a:defRPr/>
            </a:lvl7pPr>
            <a:lvl8pPr marL="3657600" lvl="7" indent="-317500" algn="l">
              <a:lnSpc>
                <a:spcPct val="100000"/>
              </a:lnSpc>
              <a:spcBef>
                <a:spcPts val="0"/>
              </a:spcBef>
              <a:spcAft>
                <a:spcPts val="0"/>
              </a:spcAft>
              <a:buClr>
                <a:schemeClr val="lt2"/>
              </a:buClr>
              <a:buSzPts val="1400"/>
              <a:buFont typeface="Montserrat"/>
              <a:buChar char="○"/>
              <a:defRPr/>
            </a:lvl8pPr>
            <a:lvl9pPr marL="4114800" lvl="8" indent="-317500" algn="l">
              <a:lnSpc>
                <a:spcPct val="100000"/>
              </a:lnSpc>
              <a:spcBef>
                <a:spcPts val="0"/>
              </a:spcBef>
              <a:spcAft>
                <a:spcPts val="0"/>
              </a:spcAft>
              <a:buClr>
                <a:schemeClr val="lt2"/>
              </a:buClr>
              <a:buSzPts val="1400"/>
              <a:buFont typeface="Montserrat"/>
              <a:buChar char="■"/>
              <a:defRPr/>
            </a:lvl9pPr>
          </a:lstStyle>
          <a:p/>
        </p:txBody>
      </p:sp>
      <p:sp>
        <p:nvSpPr>
          <p:cNvPr id="206" name="Google Shape;206;p55"/>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07" name="Google Shape;207;p55"/>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08" name="Google Shape;208;p55"/>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09" name="Google Shape;209;p55"/>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10" name="Google Shape;210;p55"/>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11" name="Google Shape;211;p55"/>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12" name="Google Shape;212;p55"/>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13" name="Google Shape;213;p55"/>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14" name="Google Shape;214;p55"/>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15" name="Google Shape;215;p55"/>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16" name="Google Shape;216;p55"/>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17" name="Google Shape;217;p55"/>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18" name="Google Shape;218;p55"/>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19" name="Google Shape;219;p55"/>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20" name="Google Shape;220;p55"/>
          <p:cNvSpPr txBox="1">
            <a:spLocks noGrp="1"/>
          </p:cNvSpPr>
          <p:nvPr>
            <p:ph type="title"/>
          </p:nvPr>
        </p:nvSpPr>
        <p:spPr>
          <a:xfrm>
            <a:off x="1143250" y="582700"/>
            <a:ext cx="7290600" cy="541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1" name="Google Shape;221;p55"/>
          <p:cNvSpPr txBox="1">
            <a:spLocks noGrp="1"/>
          </p:cNvSpPr>
          <p:nvPr>
            <p:ph type="title" idx="2"/>
          </p:nvPr>
        </p:nvSpPr>
        <p:spPr>
          <a:xfrm flipH="1">
            <a:off x="2091200" y="2372263"/>
            <a:ext cx="1215000" cy="462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500"/>
              <a:buNone/>
              <a:defRPr sz="2000">
                <a:solidFill>
                  <a:schemeClr val="accent2"/>
                </a:solidFill>
              </a:defRPr>
            </a:lvl1pPr>
            <a:lvl2pPr lvl="1" algn="r">
              <a:lnSpc>
                <a:spcPct val="100000"/>
              </a:lnSpc>
              <a:spcBef>
                <a:spcPts val="0"/>
              </a:spcBef>
              <a:spcAft>
                <a:spcPts val="0"/>
              </a:spcAft>
              <a:buSzPts val="2500"/>
              <a:buNone/>
              <a:defRPr sz="2500"/>
            </a:lvl2pPr>
            <a:lvl3pPr lvl="2" algn="r">
              <a:lnSpc>
                <a:spcPct val="100000"/>
              </a:lnSpc>
              <a:spcBef>
                <a:spcPts val="0"/>
              </a:spcBef>
              <a:spcAft>
                <a:spcPts val="0"/>
              </a:spcAft>
              <a:buSzPts val="2500"/>
              <a:buNone/>
              <a:defRPr sz="2500"/>
            </a:lvl3pPr>
            <a:lvl4pPr lvl="3" algn="r">
              <a:lnSpc>
                <a:spcPct val="100000"/>
              </a:lnSpc>
              <a:spcBef>
                <a:spcPts val="0"/>
              </a:spcBef>
              <a:spcAft>
                <a:spcPts val="0"/>
              </a:spcAft>
              <a:buSzPts val="2500"/>
              <a:buNone/>
              <a:defRPr sz="2500"/>
            </a:lvl4pPr>
            <a:lvl5pPr lvl="4" algn="r">
              <a:lnSpc>
                <a:spcPct val="100000"/>
              </a:lnSpc>
              <a:spcBef>
                <a:spcPts val="0"/>
              </a:spcBef>
              <a:spcAft>
                <a:spcPts val="0"/>
              </a:spcAft>
              <a:buSzPts val="2500"/>
              <a:buNone/>
              <a:defRPr sz="2500"/>
            </a:lvl5pPr>
            <a:lvl6pPr lvl="5" algn="r">
              <a:lnSpc>
                <a:spcPct val="100000"/>
              </a:lnSpc>
              <a:spcBef>
                <a:spcPts val="0"/>
              </a:spcBef>
              <a:spcAft>
                <a:spcPts val="0"/>
              </a:spcAft>
              <a:buSzPts val="2500"/>
              <a:buNone/>
              <a:defRPr sz="2500"/>
            </a:lvl6pPr>
            <a:lvl7pPr lvl="6" algn="r">
              <a:lnSpc>
                <a:spcPct val="100000"/>
              </a:lnSpc>
              <a:spcBef>
                <a:spcPts val="0"/>
              </a:spcBef>
              <a:spcAft>
                <a:spcPts val="0"/>
              </a:spcAft>
              <a:buSzPts val="2500"/>
              <a:buNone/>
              <a:defRPr sz="2500"/>
            </a:lvl7pPr>
            <a:lvl8pPr lvl="7" algn="r">
              <a:lnSpc>
                <a:spcPct val="100000"/>
              </a:lnSpc>
              <a:spcBef>
                <a:spcPts val="0"/>
              </a:spcBef>
              <a:spcAft>
                <a:spcPts val="0"/>
              </a:spcAft>
              <a:buSzPts val="2500"/>
              <a:buNone/>
              <a:defRPr sz="2500"/>
            </a:lvl8pPr>
            <a:lvl9pPr lvl="8" algn="r">
              <a:lnSpc>
                <a:spcPct val="100000"/>
              </a:lnSpc>
              <a:spcBef>
                <a:spcPts val="0"/>
              </a:spcBef>
              <a:spcAft>
                <a:spcPts val="0"/>
              </a:spcAft>
              <a:buSzPts val="2500"/>
              <a:buNone/>
              <a:defRPr sz="2500"/>
            </a:lvl9pPr>
          </a:lstStyle>
          <a:p/>
        </p:txBody>
      </p:sp>
      <p:sp>
        <p:nvSpPr>
          <p:cNvPr id="222" name="Google Shape;222;p55"/>
          <p:cNvSpPr txBox="1">
            <a:spLocks noGrp="1"/>
          </p:cNvSpPr>
          <p:nvPr>
            <p:ph type="body" idx="3"/>
          </p:nvPr>
        </p:nvSpPr>
        <p:spPr>
          <a:xfrm>
            <a:off x="3739600" y="3164425"/>
            <a:ext cx="4694400" cy="751800"/>
          </a:xfrm>
          <a:prstGeom prst="rect">
            <a:avLst/>
          </a:prstGeom>
          <a:noFill/>
          <a:ln>
            <a:noFill/>
          </a:ln>
        </p:spPr>
        <p:txBody>
          <a:bodyPr spcFirstLastPara="1" wrap="square" lIns="91425" tIns="91425" rIns="91425" bIns="91425" anchor="ctr" anchorCtr="0">
            <a:noAutofit/>
          </a:bodyPr>
          <a:lstStyle>
            <a:lvl1pPr marL="457200" lvl="0" indent="-304800" algn="l">
              <a:lnSpc>
                <a:spcPct val="100000"/>
              </a:lnSpc>
              <a:spcBef>
                <a:spcPts val="0"/>
              </a:spcBef>
              <a:spcAft>
                <a:spcPts val="0"/>
              </a:spcAft>
              <a:buClr>
                <a:schemeClr val="accent1"/>
              </a:buClr>
              <a:buSzPts val="1200"/>
              <a:buChar char="∗"/>
              <a:defRPr/>
            </a:lvl1pPr>
            <a:lvl2pPr marL="914400" lvl="1" indent="-317500" algn="l">
              <a:lnSpc>
                <a:spcPct val="100000"/>
              </a:lnSpc>
              <a:spcBef>
                <a:spcPts val="0"/>
              </a:spcBef>
              <a:spcAft>
                <a:spcPts val="0"/>
              </a:spcAft>
              <a:buClr>
                <a:schemeClr val="lt2"/>
              </a:buClr>
              <a:buSzPts val="1400"/>
              <a:buFont typeface="Montserrat"/>
              <a:buChar char="○"/>
              <a:defRPr/>
            </a:lvl2pPr>
            <a:lvl3pPr marL="1371600" lvl="2" indent="-317500" algn="l">
              <a:lnSpc>
                <a:spcPct val="100000"/>
              </a:lnSpc>
              <a:spcBef>
                <a:spcPts val="0"/>
              </a:spcBef>
              <a:spcAft>
                <a:spcPts val="0"/>
              </a:spcAft>
              <a:buClr>
                <a:schemeClr val="lt2"/>
              </a:buClr>
              <a:buSzPts val="1400"/>
              <a:buFont typeface="Montserrat"/>
              <a:buChar char="■"/>
              <a:defRPr/>
            </a:lvl3pPr>
            <a:lvl4pPr marL="1828800" lvl="3" indent="-317500" algn="l">
              <a:lnSpc>
                <a:spcPct val="100000"/>
              </a:lnSpc>
              <a:spcBef>
                <a:spcPts val="0"/>
              </a:spcBef>
              <a:spcAft>
                <a:spcPts val="0"/>
              </a:spcAft>
              <a:buClr>
                <a:schemeClr val="lt2"/>
              </a:buClr>
              <a:buSzPts val="1400"/>
              <a:buFont typeface="Montserrat"/>
              <a:buChar char="●"/>
              <a:defRPr/>
            </a:lvl4pPr>
            <a:lvl5pPr marL="2286000" lvl="4" indent="-317500" algn="l">
              <a:lnSpc>
                <a:spcPct val="100000"/>
              </a:lnSpc>
              <a:spcBef>
                <a:spcPts val="0"/>
              </a:spcBef>
              <a:spcAft>
                <a:spcPts val="0"/>
              </a:spcAft>
              <a:buClr>
                <a:schemeClr val="lt2"/>
              </a:buClr>
              <a:buSzPts val="1400"/>
              <a:buFont typeface="Montserrat"/>
              <a:buChar char="○"/>
              <a:defRPr/>
            </a:lvl5pPr>
            <a:lvl6pPr marL="2743200" lvl="5" indent="-317500" algn="l">
              <a:lnSpc>
                <a:spcPct val="100000"/>
              </a:lnSpc>
              <a:spcBef>
                <a:spcPts val="0"/>
              </a:spcBef>
              <a:spcAft>
                <a:spcPts val="0"/>
              </a:spcAft>
              <a:buClr>
                <a:schemeClr val="lt2"/>
              </a:buClr>
              <a:buSzPts val="1400"/>
              <a:buFont typeface="Montserrat"/>
              <a:buChar char="■"/>
              <a:defRPr/>
            </a:lvl6pPr>
            <a:lvl7pPr marL="3200400" lvl="6" indent="-317500" algn="l">
              <a:lnSpc>
                <a:spcPct val="100000"/>
              </a:lnSpc>
              <a:spcBef>
                <a:spcPts val="0"/>
              </a:spcBef>
              <a:spcAft>
                <a:spcPts val="0"/>
              </a:spcAft>
              <a:buClr>
                <a:schemeClr val="lt2"/>
              </a:buClr>
              <a:buSzPts val="1400"/>
              <a:buFont typeface="Montserrat"/>
              <a:buChar char="●"/>
              <a:defRPr/>
            </a:lvl7pPr>
            <a:lvl8pPr marL="3657600" lvl="7" indent="-317500" algn="l">
              <a:lnSpc>
                <a:spcPct val="100000"/>
              </a:lnSpc>
              <a:spcBef>
                <a:spcPts val="0"/>
              </a:spcBef>
              <a:spcAft>
                <a:spcPts val="0"/>
              </a:spcAft>
              <a:buClr>
                <a:schemeClr val="lt2"/>
              </a:buClr>
              <a:buSzPts val="1400"/>
              <a:buFont typeface="Montserrat"/>
              <a:buChar char="○"/>
              <a:defRPr/>
            </a:lvl8pPr>
            <a:lvl9pPr marL="4114800" lvl="8" indent="-317500" algn="l">
              <a:lnSpc>
                <a:spcPct val="100000"/>
              </a:lnSpc>
              <a:spcBef>
                <a:spcPts val="0"/>
              </a:spcBef>
              <a:spcAft>
                <a:spcPts val="0"/>
              </a:spcAft>
              <a:buClr>
                <a:schemeClr val="lt2"/>
              </a:buClr>
              <a:buSzPts val="1400"/>
              <a:buFont typeface="Montserrat"/>
              <a:buChar char="■"/>
              <a:defRPr/>
            </a:lvl9pPr>
          </a:lstStyle>
          <a:p/>
        </p:txBody>
      </p:sp>
      <p:sp>
        <p:nvSpPr>
          <p:cNvPr id="223" name="Google Shape;223;p55"/>
          <p:cNvSpPr txBox="1">
            <a:spLocks noGrp="1"/>
          </p:cNvSpPr>
          <p:nvPr>
            <p:ph type="title" idx="4"/>
          </p:nvPr>
        </p:nvSpPr>
        <p:spPr>
          <a:xfrm flipH="1">
            <a:off x="2524600" y="3309175"/>
            <a:ext cx="1215000" cy="462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500"/>
              <a:buNone/>
              <a:defRPr sz="2000">
                <a:solidFill>
                  <a:schemeClr val="accent2"/>
                </a:solidFill>
              </a:defRPr>
            </a:lvl1pPr>
            <a:lvl2pPr lvl="1" algn="r">
              <a:lnSpc>
                <a:spcPct val="100000"/>
              </a:lnSpc>
              <a:spcBef>
                <a:spcPts val="0"/>
              </a:spcBef>
              <a:spcAft>
                <a:spcPts val="0"/>
              </a:spcAft>
              <a:buSzPts val="2500"/>
              <a:buNone/>
              <a:defRPr sz="2500"/>
            </a:lvl2pPr>
            <a:lvl3pPr lvl="2" algn="r">
              <a:lnSpc>
                <a:spcPct val="100000"/>
              </a:lnSpc>
              <a:spcBef>
                <a:spcPts val="0"/>
              </a:spcBef>
              <a:spcAft>
                <a:spcPts val="0"/>
              </a:spcAft>
              <a:buSzPts val="2500"/>
              <a:buNone/>
              <a:defRPr sz="2500"/>
            </a:lvl3pPr>
            <a:lvl4pPr lvl="3" algn="r">
              <a:lnSpc>
                <a:spcPct val="100000"/>
              </a:lnSpc>
              <a:spcBef>
                <a:spcPts val="0"/>
              </a:spcBef>
              <a:spcAft>
                <a:spcPts val="0"/>
              </a:spcAft>
              <a:buSzPts val="2500"/>
              <a:buNone/>
              <a:defRPr sz="2500"/>
            </a:lvl4pPr>
            <a:lvl5pPr lvl="4" algn="r">
              <a:lnSpc>
                <a:spcPct val="100000"/>
              </a:lnSpc>
              <a:spcBef>
                <a:spcPts val="0"/>
              </a:spcBef>
              <a:spcAft>
                <a:spcPts val="0"/>
              </a:spcAft>
              <a:buSzPts val="2500"/>
              <a:buNone/>
              <a:defRPr sz="2500"/>
            </a:lvl5pPr>
            <a:lvl6pPr lvl="5" algn="r">
              <a:lnSpc>
                <a:spcPct val="100000"/>
              </a:lnSpc>
              <a:spcBef>
                <a:spcPts val="0"/>
              </a:spcBef>
              <a:spcAft>
                <a:spcPts val="0"/>
              </a:spcAft>
              <a:buSzPts val="2500"/>
              <a:buNone/>
              <a:defRPr sz="2500"/>
            </a:lvl6pPr>
            <a:lvl7pPr lvl="6" algn="r">
              <a:lnSpc>
                <a:spcPct val="100000"/>
              </a:lnSpc>
              <a:spcBef>
                <a:spcPts val="0"/>
              </a:spcBef>
              <a:spcAft>
                <a:spcPts val="0"/>
              </a:spcAft>
              <a:buSzPts val="2500"/>
              <a:buNone/>
              <a:defRPr sz="2500"/>
            </a:lvl7pPr>
            <a:lvl8pPr lvl="7" algn="r">
              <a:lnSpc>
                <a:spcPct val="100000"/>
              </a:lnSpc>
              <a:spcBef>
                <a:spcPts val="0"/>
              </a:spcBef>
              <a:spcAft>
                <a:spcPts val="0"/>
              </a:spcAft>
              <a:buSzPts val="2500"/>
              <a:buNone/>
              <a:defRPr sz="2500"/>
            </a:lvl8pPr>
            <a:lvl9pPr lvl="8" algn="r">
              <a:lnSpc>
                <a:spcPct val="100000"/>
              </a:lnSpc>
              <a:spcBef>
                <a:spcPts val="0"/>
              </a:spcBef>
              <a:spcAft>
                <a:spcPts val="0"/>
              </a:spcAft>
              <a:buSzPts val="2500"/>
              <a:buNone/>
              <a:defRPr sz="2500"/>
            </a:lvl9pPr>
          </a:lstStyle>
          <a:p/>
        </p:txBody>
      </p:sp>
      <p:sp>
        <p:nvSpPr>
          <p:cNvPr id="224" name="Google Shape;224;p55"/>
          <p:cNvSpPr txBox="1">
            <a:spLocks noGrp="1"/>
          </p:cNvSpPr>
          <p:nvPr>
            <p:ph type="subTitle" idx="5"/>
          </p:nvPr>
        </p:nvSpPr>
        <p:spPr>
          <a:xfrm>
            <a:off x="1672200" y="1245150"/>
            <a:ext cx="5922000" cy="5412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Numbers and text">
  <p:cSld name="CUSTOM_7">
    <p:spTree>
      <p:nvGrpSpPr>
        <p:cNvPr id="1" name="Shape 225"/>
        <p:cNvGrpSpPr/>
        <p:nvPr/>
      </p:nvGrpSpPr>
      <p:grpSpPr>
        <a:xfrm>
          <a:off x="0" y="0"/>
          <a:ext cx="0" cy="0"/>
          <a:chOff x="0" y="0"/>
          <a:chExt cx="0" cy="0"/>
        </a:xfrm>
      </p:grpSpPr>
      <p:sp>
        <p:nvSpPr>
          <p:cNvPr id="226" name="Google Shape;226;p56"/>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27" name="Google Shape;227;p56"/>
          <p:cNvSpPr/>
          <p:nvPr/>
        </p:nvSpPr>
        <p:spPr>
          <a:xfrm>
            <a:off x="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28" name="Google Shape;228;p56"/>
          <p:cNvSpPr txBox="1">
            <a:spLocks noGrp="1"/>
          </p:cNvSpPr>
          <p:nvPr>
            <p:ph type="title"/>
          </p:nvPr>
        </p:nvSpPr>
        <p:spPr>
          <a:xfrm>
            <a:off x="1134200" y="686250"/>
            <a:ext cx="5341200" cy="6375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5000">
                <a:solidFill>
                  <a:schemeClr val="dk2"/>
                </a:solidFill>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p:txBody>
      </p:sp>
      <p:sp>
        <p:nvSpPr>
          <p:cNvPr id="229" name="Google Shape;229;p56"/>
          <p:cNvSpPr txBox="1">
            <a:spLocks noGrp="1"/>
          </p:cNvSpPr>
          <p:nvPr>
            <p:ph type="subTitle" idx="1"/>
          </p:nvPr>
        </p:nvSpPr>
        <p:spPr>
          <a:xfrm>
            <a:off x="1664475" y="1323750"/>
            <a:ext cx="4810800" cy="398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1400"/>
              <a:buNone/>
              <a:defRPr sz="1800">
                <a:solidFill>
                  <a:schemeClr val="accent3"/>
                </a:solidFill>
              </a:defRPr>
            </a:lvl1pPr>
            <a:lvl2pPr lvl="1" algn="l">
              <a:lnSpc>
                <a:spcPct val="100000"/>
              </a:lnSpc>
              <a:spcBef>
                <a:spcPts val="0"/>
              </a:spcBef>
              <a:spcAft>
                <a:spcPts val="0"/>
              </a:spcAft>
              <a:buClr>
                <a:schemeClr val="dk1"/>
              </a:buClr>
              <a:buSzPts val="1400"/>
              <a:buNone/>
              <a:defRPr>
                <a:solidFill>
                  <a:schemeClr val="dk1"/>
                </a:solidFill>
              </a:defRPr>
            </a:lvl2pPr>
            <a:lvl3pPr lvl="2" algn="l">
              <a:lnSpc>
                <a:spcPct val="100000"/>
              </a:lnSpc>
              <a:spcBef>
                <a:spcPts val="0"/>
              </a:spcBef>
              <a:spcAft>
                <a:spcPts val="0"/>
              </a:spcAft>
              <a:buClr>
                <a:schemeClr val="dk1"/>
              </a:buClr>
              <a:buSzPts val="1400"/>
              <a:buNone/>
              <a:defRPr>
                <a:solidFill>
                  <a:schemeClr val="dk1"/>
                </a:solidFill>
              </a:defRPr>
            </a:lvl3pPr>
            <a:lvl4pPr lvl="3" algn="l">
              <a:lnSpc>
                <a:spcPct val="100000"/>
              </a:lnSpc>
              <a:spcBef>
                <a:spcPts val="0"/>
              </a:spcBef>
              <a:spcAft>
                <a:spcPts val="0"/>
              </a:spcAft>
              <a:buClr>
                <a:schemeClr val="dk1"/>
              </a:buClr>
              <a:buSzPts val="1400"/>
              <a:buNone/>
              <a:defRPr>
                <a:solidFill>
                  <a:schemeClr val="dk1"/>
                </a:solidFill>
              </a:defRPr>
            </a:lvl4pPr>
            <a:lvl5pPr lvl="4" algn="l">
              <a:lnSpc>
                <a:spcPct val="100000"/>
              </a:lnSpc>
              <a:spcBef>
                <a:spcPts val="0"/>
              </a:spcBef>
              <a:spcAft>
                <a:spcPts val="0"/>
              </a:spcAft>
              <a:buClr>
                <a:schemeClr val="dk1"/>
              </a:buClr>
              <a:buSzPts val="1400"/>
              <a:buNone/>
              <a:defRPr>
                <a:solidFill>
                  <a:schemeClr val="dk1"/>
                </a:solidFill>
              </a:defRPr>
            </a:lvl5pPr>
            <a:lvl6pPr lvl="5" algn="l">
              <a:lnSpc>
                <a:spcPct val="100000"/>
              </a:lnSpc>
              <a:spcBef>
                <a:spcPts val="0"/>
              </a:spcBef>
              <a:spcAft>
                <a:spcPts val="0"/>
              </a:spcAft>
              <a:buClr>
                <a:schemeClr val="dk1"/>
              </a:buClr>
              <a:buSzPts val="1400"/>
              <a:buNone/>
              <a:defRPr>
                <a:solidFill>
                  <a:schemeClr val="dk1"/>
                </a:solidFill>
              </a:defRPr>
            </a:lvl6pPr>
            <a:lvl7pPr lvl="6" algn="l">
              <a:lnSpc>
                <a:spcPct val="100000"/>
              </a:lnSpc>
              <a:spcBef>
                <a:spcPts val="0"/>
              </a:spcBef>
              <a:spcAft>
                <a:spcPts val="0"/>
              </a:spcAft>
              <a:buClr>
                <a:schemeClr val="dk1"/>
              </a:buClr>
              <a:buSzPts val="1400"/>
              <a:buNone/>
              <a:defRPr>
                <a:solidFill>
                  <a:schemeClr val="dk1"/>
                </a:solidFill>
              </a:defRPr>
            </a:lvl7pPr>
            <a:lvl8pPr lvl="7" algn="l">
              <a:lnSpc>
                <a:spcPct val="100000"/>
              </a:lnSpc>
              <a:spcBef>
                <a:spcPts val="0"/>
              </a:spcBef>
              <a:spcAft>
                <a:spcPts val="0"/>
              </a:spcAft>
              <a:buClr>
                <a:schemeClr val="dk1"/>
              </a:buClr>
              <a:buSzPts val="1400"/>
              <a:buNone/>
              <a:defRPr>
                <a:solidFill>
                  <a:schemeClr val="dk1"/>
                </a:solidFill>
              </a:defRPr>
            </a:lvl8pPr>
            <a:lvl9pPr lvl="8" algn="l">
              <a:lnSpc>
                <a:spcPct val="100000"/>
              </a:lnSpc>
              <a:spcBef>
                <a:spcPts val="0"/>
              </a:spcBef>
              <a:spcAft>
                <a:spcPts val="0"/>
              </a:spcAft>
              <a:buClr>
                <a:schemeClr val="dk1"/>
              </a:buClr>
              <a:buSzPts val="1400"/>
              <a:buNone/>
              <a:defRPr>
                <a:solidFill>
                  <a:schemeClr val="dk1"/>
                </a:solidFill>
              </a:defRPr>
            </a:lvl9pPr>
          </a:lstStyle>
          <a:p/>
        </p:txBody>
      </p:sp>
      <p:sp>
        <p:nvSpPr>
          <p:cNvPr id="230" name="Google Shape;230;p56"/>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31" name="Google Shape;231;p56"/>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32" name="Google Shape;232;p56"/>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33" name="Google Shape;233;p56"/>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34" name="Google Shape;234;p56"/>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35" name="Google Shape;235;p56"/>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36" name="Google Shape;236;p56"/>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37" name="Google Shape;237;p56"/>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38" name="Google Shape;238;p56"/>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39" name="Google Shape;239;p56"/>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40" name="Google Shape;240;p56"/>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41" name="Google Shape;241;p56"/>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42" name="Google Shape;242;p56"/>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43" name="Google Shape;243;p56"/>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44" name="Google Shape;244;p56"/>
          <p:cNvSpPr txBox="1">
            <a:spLocks noGrp="1"/>
          </p:cNvSpPr>
          <p:nvPr>
            <p:ph type="title" idx="2"/>
          </p:nvPr>
        </p:nvSpPr>
        <p:spPr>
          <a:xfrm>
            <a:off x="2100875" y="2016175"/>
            <a:ext cx="5106000" cy="4902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sz="3000">
                <a:solidFill>
                  <a:schemeClr val="accent2"/>
                </a:solidFill>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p:txBody>
      </p:sp>
      <p:sp>
        <p:nvSpPr>
          <p:cNvPr id="245" name="Google Shape;245;p56"/>
          <p:cNvSpPr txBox="1">
            <a:spLocks noGrp="1"/>
          </p:cNvSpPr>
          <p:nvPr>
            <p:ph type="subTitle" idx="3"/>
          </p:nvPr>
        </p:nvSpPr>
        <p:spPr>
          <a:xfrm>
            <a:off x="2100875" y="2506366"/>
            <a:ext cx="5106000" cy="398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1400"/>
              <a:buNone/>
              <a:defRPr sz="1600">
                <a:solidFill>
                  <a:schemeClr val="accent3"/>
                </a:solidFill>
              </a:defRPr>
            </a:lvl1pPr>
            <a:lvl2pPr lvl="1" algn="l">
              <a:lnSpc>
                <a:spcPct val="100000"/>
              </a:lnSpc>
              <a:spcBef>
                <a:spcPts val="0"/>
              </a:spcBef>
              <a:spcAft>
                <a:spcPts val="0"/>
              </a:spcAft>
              <a:buClr>
                <a:schemeClr val="dk1"/>
              </a:buClr>
              <a:buSzPts val="1400"/>
              <a:buNone/>
              <a:defRPr>
                <a:solidFill>
                  <a:schemeClr val="dk1"/>
                </a:solidFill>
              </a:defRPr>
            </a:lvl2pPr>
            <a:lvl3pPr lvl="2" algn="l">
              <a:lnSpc>
                <a:spcPct val="100000"/>
              </a:lnSpc>
              <a:spcBef>
                <a:spcPts val="0"/>
              </a:spcBef>
              <a:spcAft>
                <a:spcPts val="0"/>
              </a:spcAft>
              <a:buClr>
                <a:schemeClr val="dk1"/>
              </a:buClr>
              <a:buSzPts val="1400"/>
              <a:buNone/>
              <a:defRPr>
                <a:solidFill>
                  <a:schemeClr val="dk1"/>
                </a:solidFill>
              </a:defRPr>
            </a:lvl3pPr>
            <a:lvl4pPr lvl="3" algn="l">
              <a:lnSpc>
                <a:spcPct val="100000"/>
              </a:lnSpc>
              <a:spcBef>
                <a:spcPts val="0"/>
              </a:spcBef>
              <a:spcAft>
                <a:spcPts val="0"/>
              </a:spcAft>
              <a:buClr>
                <a:schemeClr val="dk1"/>
              </a:buClr>
              <a:buSzPts val="1400"/>
              <a:buNone/>
              <a:defRPr>
                <a:solidFill>
                  <a:schemeClr val="dk1"/>
                </a:solidFill>
              </a:defRPr>
            </a:lvl4pPr>
            <a:lvl5pPr lvl="4" algn="l">
              <a:lnSpc>
                <a:spcPct val="100000"/>
              </a:lnSpc>
              <a:spcBef>
                <a:spcPts val="0"/>
              </a:spcBef>
              <a:spcAft>
                <a:spcPts val="0"/>
              </a:spcAft>
              <a:buClr>
                <a:schemeClr val="dk1"/>
              </a:buClr>
              <a:buSzPts val="1400"/>
              <a:buNone/>
              <a:defRPr>
                <a:solidFill>
                  <a:schemeClr val="dk1"/>
                </a:solidFill>
              </a:defRPr>
            </a:lvl5pPr>
            <a:lvl6pPr lvl="5" algn="l">
              <a:lnSpc>
                <a:spcPct val="100000"/>
              </a:lnSpc>
              <a:spcBef>
                <a:spcPts val="0"/>
              </a:spcBef>
              <a:spcAft>
                <a:spcPts val="0"/>
              </a:spcAft>
              <a:buClr>
                <a:schemeClr val="dk1"/>
              </a:buClr>
              <a:buSzPts val="1400"/>
              <a:buNone/>
              <a:defRPr>
                <a:solidFill>
                  <a:schemeClr val="dk1"/>
                </a:solidFill>
              </a:defRPr>
            </a:lvl6pPr>
            <a:lvl7pPr lvl="6" algn="l">
              <a:lnSpc>
                <a:spcPct val="100000"/>
              </a:lnSpc>
              <a:spcBef>
                <a:spcPts val="0"/>
              </a:spcBef>
              <a:spcAft>
                <a:spcPts val="0"/>
              </a:spcAft>
              <a:buClr>
                <a:schemeClr val="dk1"/>
              </a:buClr>
              <a:buSzPts val="1400"/>
              <a:buNone/>
              <a:defRPr>
                <a:solidFill>
                  <a:schemeClr val="dk1"/>
                </a:solidFill>
              </a:defRPr>
            </a:lvl7pPr>
            <a:lvl8pPr lvl="7" algn="l">
              <a:lnSpc>
                <a:spcPct val="100000"/>
              </a:lnSpc>
              <a:spcBef>
                <a:spcPts val="0"/>
              </a:spcBef>
              <a:spcAft>
                <a:spcPts val="0"/>
              </a:spcAft>
              <a:buClr>
                <a:schemeClr val="dk1"/>
              </a:buClr>
              <a:buSzPts val="1400"/>
              <a:buNone/>
              <a:defRPr>
                <a:solidFill>
                  <a:schemeClr val="dk1"/>
                </a:solidFill>
              </a:defRPr>
            </a:lvl8pPr>
            <a:lvl9pPr lvl="8" algn="l">
              <a:lnSpc>
                <a:spcPct val="100000"/>
              </a:lnSpc>
              <a:spcBef>
                <a:spcPts val="0"/>
              </a:spcBef>
              <a:spcAft>
                <a:spcPts val="0"/>
              </a:spcAft>
              <a:buClr>
                <a:schemeClr val="dk1"/>
              </a:buClr>
              <a:buSzPts val="1400"/>
              <a:buNone/>
              <a:defRPr>
                <a:solidFill>
                  <a:schemeClr val="dk1"/>
                </a:solidFill>
              </a:defRPr>
            </a:lvl9pPr>
          </a:lstStyle>
          <a:p/>
        </p:txBody>
      </p:sp>
      <p:sp>
        <p:nvSpPr>
          <p:cNvPr id="246" name="Google Shape;246;p56"/>
          <p:cNvSpPr txBox="1">
            <a:spLocks noGrp="1"/>
          </p:cNvSpPr>
          <p:nvPr>
            <p:ph type="title" idx="4"/>
          </p:nvPr>
        </p:nvSpPr>
        <p:spPr>
          <a:xfrm>
            <a:off x="2100875" y="3013959"/>
            <a:ext cx="5106000" cy="4902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sz="3000">
                <a:solidFill>
                  <a:schemeClr val="accent1"/>
                </a:solidFill>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p:txBody>
      </p:sp>
      <p:sp>
        <p:nvSpPr>
          <p:cNvPr id="247" name="Google Shape;247;p56"/>
          <p:cNvSpPr txBox="1">
            <a:spLocks noGrp="1"/>
          </p:cNvSpPr>
          <p:nvPr>
            <p:ph type="subTitle" idx="5"/>
          </p:nvPr>
        </p:nvSpPr>
        <p:spPr>
          <a:xfrm>
            <a:off x="2100875" y="3504150"/>
            <a:ext cx="5106000" cy="398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1400"/>
              <a:buNone/>
              <a:defRPr sz="1600">
                <a:solidFill>
                  <a:schemeClr val="accent3"/>
                </a:solidFill>
              </a:defRPr>
            </a:lvl1pPr>
            <a:lvl2pPr lvl="1" algn="l">
              <a:lnSpc>
                <a:spcPct val="100000"/>
              </a:lnSpc>
              <a:spcBef>
                <a:spcPts val="0"/>
              </a:spcBef>
              <a:spcAft>
                <a:spcPts val="0"/>
              </a:spcAft>
              <a:buClr>
                <a:schemeClr val="dk1"/>
              </a:buClr>
              <a:buSzPts val="1400"/>
              <a:buNone/>
              <a:defRPr>
                <a:solidFill>
                  <a:schemeClr val="dk1"/>
                </a:solidFill>
              </a:defRPr>
            </a:lvl2pPr>
            <a:lvl3pPr lvl="2" algn="l">
              <a:lnSpc>
                <a:spcPct val="100000"/>
              </a:lnSpc>
              <a:spcBef>
                <a:spcPts val="0"/>
              </a:spcBef>
              <a:spcAft>
                <a:spcPts val="0"/>
              </a:spcAft>
              <a:buClr>
                <a:schemeClr val="dk1"/>
              </a:buClr>
              <a:buSzPts val="1400"/>
              <a:buNone/>
              <a:defRPr>
                <a:solidFill>
                  <a:schemeClr val="dk1"/>
                </a:solidFill>
              </a:defRPr>
            </a:lvl3pPr>
            <a:lvl4pPr lvl="3" algn="l">
              <a:lnSpc>
                <a:spcPct val="100000"/>
              </a:lnSpc>
              <a:spcBef>
                <a:spcPts val="0"/>
              </a:spcBef>
              <a:spcAft>
                <a:spcPts val="0"/>
              </a:spcAft>
              <a:buClr>
                <a:schemeClr val="dk1"/>
              </a:buClr>
              <a:buSzPts val="1400"/>
              <a:buNone/>
              <a:defRPr>
                <a:solidFill>
                  <a:schemeClr val="dk1"/>
                </a:solidFill>
              </a:defRPr>
            </a:lvl4pPr>
            <a:lvl5pPr lvl="4" algn="l">
              <a:lnSpc>
                <a:spcPct val="100000"/>
              </a:lnSpc>
              <a:spcBef>
                <a:spcPts val="0"/>
              </a:spcBef>
              <a:spcAft>
                <a:spcPts val="0"/>
              </a:spcAft>
              <a:buClr>
                <a:schemeClr val="dk1"/>
              </a:buClr>
              <a:buSzPts val="1400"/>
              <a:buNone/>
              <a:defRPr>
                <a:solidFill>
                  <a:schemeClr val="dk1"/>
                </a:solidFill>
              </a:defRPr>
            </a:lvl5pPr>
            <a:lvl6pPr lvl="5" algn="l">
              <a:lnSpc>
                <a:spcPct val="100000"/>
              </a:lnSpc>
              <a:spcBef>
                <a:spcPts val="0"/>
              </a:spcBef>
              <a:spcAft>
                <a:spcPts val="0"/>
              </a:spcAft>
              <a:buClr>
                <a:schemeClr val="dk1"/>
              </a:buClr>
              <a:buSzPts val="1400"/>
              <a:buNone/>
              <a:defRPr>
                <a:solidFill>
                  <a:schemeClr val="dk1"/>
                </a:solidFill>
              </a:defRPr>
            </a:lvl6pPr>
            <a:lvl7pPr lvl="6" algn="l">
              <a:lnSpc>
                <a:spcPct val="100000"/>
              </a:lnSpc>
              <a:spcBef>
                <a:spcPts val="0"/>
              </a:spcBef>
              <a:spcAft>
                <a:spcPts val="0"/>
              </a:spcAft>
              <a:buClr>
                <a:schemeClr val="dk1"/>
              </a:buClr>
              <a:buSzPts val="1400"/>
              <a:buNone/>
              <a:defRPr>
                <a:solidFill>
                  <a:schemeClr val="dk1"/>
                </a:solidFill>
              </a:defRPr>
            </a:lvl7pPr>
            <a:lvl8pPr lvl="7" algn="l">
              <a:lnSpc>
                <a:spcPct val="100000"/>
              </a:lnSpc>
              <a:spcBef>
                <a:spcPts val="0"/>
              </a:spcBef>
              <a:spcAft>
                <a:spcPts val="0"/>
              </a:spcAft>
              <a:buClr>
                <a:schemeClr val="dk1"/>
              </a:buClr>
              <a:buSzPts val="1400"/>
              <a:buNone/>
              <a:defRPr>
                <a:solidFill>
                  <a:schemeClr val="dk1"/>
                </a:solidFill>
              </a:defRPr>
            </a:lvl8pPr>
            <a:lvl9pPr lvl="8" algn="l">
              <a:lnSpc>
                <a:spcPct val="100000"/>
              </a:lnSpc>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48"/>
        <p:cNvGrpSpPr/>
        <p:nvPr/>
      </p:nvGrpSpPr>
      <p:grpSpPr>
        <a:xfrm>
          <a:off x="0" y="0"/>
          <a:ext cx="0" cy="0"/>
          <a:chOff x="0" y="0"/>
          <a:chExt cx="0" cy="0"/>
        </a:xfrm>
      </p:grpSpPr>
      <p:sp>
        <p:nvSpPr>
          <p:cNvPr id="249" name="Google Shape;249;p57"/>
          <p:cNvSpPr txBox="1">
            <a:spLocks noGrp="1"/>
          </p:cNvSpPr>
          <p:nvPr>
            <p:ph type="title"/>
          </p:nvPr>
        </p:nvSpPr>
        <p:spPr>
          <a:xfrm>
            <a:off x="710125" y="542575"/>
            <a:ext cx="3861900" cy="14250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200"/>
              <a:buNone/>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50"/>
        <p:cNvGrpSpPr/>
        <p:nvPr/>
      </p:nvGrpSpPr>
      <p:grpSpPr>
        <a:xfrm>
          <a:off x="0" y="0"/>
          <a:ext cx="0" cy="0"/>
          <a:chOff x="0" y="0"/>
          <a:chExt cx="0" cy="0"/>
        </a:xfrm>
      </p:grpSpPr>
      <p:sp>
        <p:nvSpPr>
          <p:cNvPr id="251" name="Google Shape;251;p58"/>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2" name="Google Shape;252;p58"/>
          <p:cNvSpPr/>
          <p:nvPr/>
        </p:nvSpPr>
        <p:spPr>
          <a:xfrm>
            <a:off x="0" y="0"/>
            <a:ext cx="4572000" cy="5928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3" name="Google Shape;253;p58"/>
          <p:cNvSpPr txBox="1">
            <a:spLocks noGrp="1"/>
          </p:cNvSpPr>
          <p:nvPr>
            <p:ph type="title"/>
          </p:nvPr>
        </p:nvSpPr>
        <p:spPr>
          <a:xfrm>
            <a:off x="2673350" y="1194150"/>
            <a:ext cx="4281300" cy="1625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54" name="Google Shape;254;p58"/>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55" name="Google Shape;255;p58"/>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56" name="Google Shape;256;p58"/>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57" name="Google Shape;257;p58"/>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58" name="Google Shape;258;p58"/>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59" name="Google Shape;259;p58"/>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60" name="Google Shape;260;p58"/>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61" name="Google Shape;261;p58"/>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62" name="Google Shape;262;p58"/>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63" name="Google Shape;263;p58"/>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64" name="Google Shape;264;p58"/>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65" name="Google Shape;265;p58"/>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66" name="Google Shape;266;p58"/>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67" name="Google Shape;267;p58"/>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68"/>
        <p:cNvGrpSpPr/>
        <p:nvPr/>
      </p:nvGrpSpPr>
      <p:grpSpPr>
        <a:xfrm>
          <a:off x="0" y="0"/>
          <a:ext cx="0" cy="0"/>
          <a:chOff x="0" y="0"/>
          <a:chExt cx="0" cy="0"/>
        </a:xfrm>
      </p:grpSpPr>
      <p:sp>
        <p:nvSpPr>
          <p:cNvPr id="269" name="Google Shape;269;p59"/>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70" name="Google Shape;270;p59"/>
          <p:cNvSpPr/>
          <p:nvPr/>
        </p:nvSpPr>
        <p:spPr>
          <a:xfrm>
            <a:off x="4572000" y="0"/>
            <a:ext cx="4572000" cy="5928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71" name="Google Shape;271;p59"/>
          <p:cNvSpPr txBox="1">
            <a:spLocks noGrp="1"/>
          </p:cNvSpPr>
          <p:nvPr>
            <p:ph type="subTitle" idx="1"/>
          </p:nvPr>
        </p:nvSpPr>
        <p:spPr>
          <a:xfrm>
            <a:off x="1674500" y="2736550"/>
            <a:ext cx="3627600" cy="10170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1600"/>
              <a:buNone/>
              <a:defRPr>
                <a:solidFill>
                  <a:schemeClr val="accent3"/>
                </a:solidFill>
              </a:defRPr>
            </a:lvl1pPr>
            <a:lvl2pPr lvl="1" algn="l">
              <a:lnSpc>
                <a:spcPct val="100000"/>
              </a:lnSpc>
              <a:spcBef>
                <a:spcPts val="0"/>
              </a:spcBef>
              <a:spcAft>
                <a:spcPts val="0"/>
              </a:spcAft>
              <a:buClr>
                <a:schemeClr val="dk1"/>
              </a:buClr>
              <a:buSzPts val="1600"/>
              <a:buNone/>
              <a:defRPr sz="1600">
                <a:solidFill>
                  <a:schemeClr val="dk1"/>
                </a:solidFill>
              </a:defRPr>
            </a:lvl2pPr>
            <a:lvl3pPr lvl="2" algn="l">
              <a:lnSpc>
                <a:spcPct val="100000"/>
              </a:lnSpc>
              <a:spcBef>
                <a:spcPts val="0"/>
              </a:spcBef>
              <a:spcAft>
                <a:spcPts val="0"/>
              </a:spcAft>
              <a:buClr>
                <a:schemeClr val="dk1"/>
              </a:buClr>
              <a:buSzPts val="1600"/>
              <a:buNone/>
              <a:defRPr sz="1600">
                <a:solidFill>
                  <a:schemeClr val="dk1"/>
                </a:solidFill>
              </a:defRPr>
            </a:lvl3pPr>
            <a:lvl4pPr lvl="3" algn="l">
              <a:lnSpc>
                <a:spcPct val="100000"/>
              </a:lnSpc>
              <a:spcBef>
                <a:spcPts val="0"/>
              </a:spcBef>
              <a:spcAft>
                <a:spcPts val="0"/>
              </a:spcAft>
              <a:buClr>
                <a:schemeClr val="dk1"/>
              </a:buClr>
              <a:buSzPts val="1600"/>
              <a:buNone/>
              <a:defRPr sz="1600">
                <a:solidFill>
                  <a:schemeClr val="dk1"/>
                </a:solidFill>
              </a:defRPr>
            </a:lvl4pPr>
            <a:lvl5pPr lvl="4" algn="l">
              <a:lnSpc>
                <a:spcPct val="100000"/>
              </a:lnSpc>
              <a:spcBef>
                <a:spcPts val="0"/>
              </a:spcBef>
              <a:spcAft>
                <a:spcPts val="0"/>
              </a:spcAft>
              <a:buClr>
                <a:schemeClr val="dk1"/>
              </a:buClr>
              <a:buSzPts val="1600"/>
              <a:buNone/>
              <a:defRPr sz="1600">
                <a:solidFill>
                  <a:schemeClr val="dk1"/>
                </a:solidFill>
              </a:defRPr>
            </a:lvl5pPr>
            <a:lvl6pPr lvl="5" algn="l">
              <a:lnSpc>
                <a:spcPct val="100000"/>
              </a:lnSpc>
              <a:spcBef>
                <a:spcPts val="0"/>
              </a:spcBef>
              <a:spcAft>
                <a:spcPts val="0"/>
              </a:spcAft>
              <a:buClr>
                <a:schemeClr val="dk1"/>
              </a:buClr>
              <a:buSzPts val="1600"/>
              <a:buNone/>
              <a:defRPr sz="1600">
                <a:solidFill>
                  <a:schemeClr val="dk1"/>
                </a:solidFill>
              </a:defRPr>
            </a:lvl6pPr>
            <a:lvl7pPr lvl="6" algn="l">
              <a:lnSpc>
                <a:spcPct val="100000"/>
              </a:lnSpc>
              <a:spcBef>
                <a:spcPts val="0"/>
              </a:spcBef>
              <a:spcAft>
                <a:spcPts val="0"/>
              </a:spcAft>
              <a:buClr>
                <a:schemeClr val="dk1"/>
              </a:buClr>
              <a:buSzPts val="1600"/>
              <a:buNone/>
              <a:defRPr sz="1600">
                <a:solidFill>
                  <a:schemeClr val="dk1"/>
                </a:solidFill>
              </a:defRPr>
            </a:lvl7pPr>
            <a:lvl8pPr lvl="7" algn="l">
              <a:lnSpc>
                <a:spcPct val="100000"/>
              </a:lnSpc>
              <a:spcBef>
                <a:spcPts val="0"/>
              </a:spcBef>
              <a:spcAft>
                <a:spcPts val="0"/>
              </a:spcAft>
              <a:buClr>
                <a:schemeClr val="dk1"/>
              </a:buClr>
              <a:buSzPts val="1600"/>
              <a:buNone/>
              <a:defRPr sz="1600">
                <a:solidFill>
                  <a:schemeClr val="dk1"/>
                </a:solidFill>
              </a:defRPr>
            </a:lvl8pPr>
            <a:lvl9pPr lvl="8" algn="l">
              <a:lnSpc>
                <a:spcPct val="100000"/>
              </a:lnSpc>
              <a:spcBef>
                <a:spcPts val="0"/>
              </a:spcBef>
              <a:spcAft>
                <a:spcPts val="0"/>
              </a:spcAft>
              <a:buClr>
                <a:schemeClr val="dk1"/>
              </a:buClr>
              <a:buSzPts val="1600"/>
              <a:buNone/>
              <a:defRPr sz="1600">
                <a:solidFill>
                  <a:schemeClr val="dk1"/>
                </a:solidFill>
              </a:defRPr>
            </a:lvl9pPr>
          </a:lstStyle>
          <a:p/>
        </p:txBody>
      </p:sp>
      <p:sp>
        <p:nvSpPr>
          <p:cNvPr id="272" name="Google Shape;272;p59"/>
          <p:cNvSpPr txBox="1">
            <a:spLocks noGrp="1"/>
          </p:cNvSpPr>
          <p:nvPr>
            <p:ph type="title"/>
          </p:nvPr>
        </p:nvSpPr>
        <p:spPr>
          <a:xfrm>
            <a:off x="1154275" y="1137700"/>
            <a:ext cx="3969900" cy="14235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2"/>
              </a:buClr>
              <a:buSzPts val="2800"/>
              <a:buNone/>
              <a:defRPr>
                <a:solidFill>
                  <a:schemeClr val="dk2"/>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3" name="Google Shape;273;p59"/>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74" name="Google Shape;274;p59"/>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75" name="Google Shape;275;p59"/>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76" name="Google Shape;276;p59"/>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77" name="Google Shape;277;p59"/>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78" name="Google Shape;278;p59"/>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79" name="Google Shape;279;p59"/>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80" name="Google Shape;280;p59"/>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81" name="Google Shape;281;p59"/>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82" name="Google Shape;282;p59"/>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83" name="Google Shape;283;p59"/>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84" name="Google Shape;284;p59"/>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85" name="Google Shape;285;p59"/>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86" name="Google Shape;286;p59"/>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87"/>
        <p:cNvGrpSpPr/>
        <p:nvPr/>
      </p:nvGrpSpPr>
      <p:grpSpPr>
        <a:xfrm>
          <a:off x="0" y="0"/>
          <a:ext cx="0" cy="0"/>
          <a:chOff x="0" y="0"/>
          <a:chExt cx="0" cy="0"/>
        </a:xfrm>
      </p:grpSpPr>
      <p:sp>
        <p:nvSpPr>
          <p:cNvPr id="288" name="Google Shape;288;p60"/>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89" name="Google Shape;289;p60"/>
          <p:cNvSpPr/>
          <p:nvPr/>
        </p:nvSpPr>
        <p:spPr>
          <a:xfrm>
            <a:off x="0" y="0"/>
            <a:ext cx="4572000" cy="5928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90" name="Google Shape;290;p60"/>
          <p:cNvSpPr txBox="1">
            <a:spLocks noGrp="1"/>
          </p:cNvSpPr>
          <p:nvPr>
            <p:ph type="title" hasCustomPrompt="1"/>
          </p:nvPr>
        </p:nvSpPr>
        <p:spPr>
          <a:xfrm>
            <a:off x="1084225" y="1311425"/>
            <a:ext cx="6379200" cy="10185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291" name="Google Shape;291;p60"/>
          <p:cNvSpPr txBox="1">
            <a:spLocks noGrp="1"/>
          </p:cNvSpPr>
          <p:nvPr>
            <p:ph type="body" idx="1"/>
          </p:nvPr>
        </p:nvSpPr>
        <p:spPr>
          <a:xfrm>
            <a:off x="1554225" y="2486925"/>
            <a:ext cx="6689100" cy="528000"/>
          </a:xfrm>
          <a:prstGeom prst="rect">
            <a:avLst/>
          </a:prstGeom>
          <a:noFill/>
          <a:ln>
            <a:noFill/>
          </a:ln>
        </p:spPr>
        <p:txBody>
          <a:bodyPr spcFirstLastPara="1" wrap="square" lIns="91425" tIns="91425" rIns="91425" bIns="91425" anchor="ctr" anchorCtr="0">
            <a:noAutofit/>
          </a:bodyPr>
          <a:lstStyle>
            <a:lvl1pPr marL="457200" lvl="0" indent="-317500" algn="l">
              <a:lnSpc>
                <a:spcPct val="100000"/>
              </a:lnSpc>
              <a:spcBef>
                <a:spcPts val="0"/>
              </a:spcBef>
              <a:spcAft>
                <a:spcPts val="0"/>
              </a:spcAft>
              <a:buSzPts val="1400"/>
              <a:buChar char="●"/>
              <a:defRPr sz="1800">
                <a:solidFill>
                  <a:schemeClr val="accent3"/>
                </a:solidFill>
              </a:defRPr>
            </a:lvl1pPr>
            <a:lvl2pPr marL="914400" lvl="1" indent="-317500" algn="ctr">
              <a:lnSpc>
                <a:spcPct val="100000"/>
              </a:lnSpc>
              <a:spcBef>
                <a:spcPts val="0"/>
              </a:spcBef>
              <a:spcAft>
                <a:spcPts val="0"/>
              </a:spcAft>
              <a:buSzPts val="1400"/>
              <a:buChar char="○"/>
              <a:defRPr/>
            </a:lvl2pPr>
            <a:lvl3pPr marL="1371600" lvl="2" indent="-317500" algn="ctr">
              <a:lnSpc>
                <a:spcPct val="100000"/>
              </a:lnSpc>
              <a:spcBef>
                <a:spcPts val="0"/>
              </a:spcBef>
              <a:spcAft>
                <a:spcPts val="0"/>
              </a:spcAft>
              <a:buSzPts val="1400"/>
              <a:buChar char="■"/>
              <a:defRPr/>
            </a:lvl3pPr>
            <a:lvl4pPr marL="1828800" lvl="3" indent="-317500" algn="ctr">
              <a:lnSpc>
                <a:spcPct val="100000"/>
              </a:lnSpc>
              <a:spcBef>
                <a:spcPts val="0"/>
              </a:spcBef>
              <a:spcAft>
                <a:spcPts val="0"/>
              </a:spcAft>
              <a:buSzPts val="1400"/>
              <a:buChar char="●"/>
              <a:defRPr/>
            </a:lvl4pPr>
            <a:lvl5pPr marL="2286000" lvl="4" indent="-317500" algn="ctr">
              <a:lnSpc>
                <a:spcPct val="100000"/>
              </a:lnSpc>
              <a:spcBef>
                <a:spcPts val="0"/>
              </a:spcBef>
              <a:spcAft>
                <a:spcPts val="0"/>
              </a:spcAft>
              <a:buSzPts val="1400"/>
              <a:buChar char="○"/>
              <a:defRPr/>
            </a:lvl5pPr>
            <a:lvl6pPr marL="2743200" lvl="5" indent="-317500" algn="ctr">
              <a:lnSpc>
                <a:spcPct val="100000"/>
              </a:lnSpc>
              <a:spcBef>
                <a:spcPts val="0"/>
              </a:spcBef>
              <a:spcAft>
                <a:spcPts val="0"/>
              </a:spcAft>
              <a:buSzPts val="1400"/>
              <a:buChar char="■"/>
              <a:defRPr/>
            </a:lvl6pPr>
            <a:lvl7pPr marL="3200400" lvl="6" indent="-317500" algn="ctr">
              <a:lnSpc>
                <a:spcPct val="100000"/>
              </a:lnSpc>
              <a:spcBef>
                <a:spcPts val="0"/>
              </a:spcBef>
              <a:spcAft>
                <a:spcPts val="0"/>
              </a:spcAft>
              <a:buSzPts val="1400"/>
              <a:buChar char="●"/>
              <a:defRPr/>
            </a:lvl7pPr>
            <a:lvl8pPr marL="3657600" lvl="7" indent="-317500" algn="ctr">
              <a:lnSpc>
                <a:spcPct val="100000"/>
              </a:lnSpc>
              <a:spcBef>
                <a:spcPts val="0"/>
              </a:spcBef>
              <a:spcAft>
                <a:spcPts val="0"/>
              </a:spcAft>
              <a:buSzPts val="1400"/>
              <a:buChar char="○"/>
              <a:defRPr/>
            </a:lvl8pPr>
            <a:lvl9pPr marL="4114800" lvl="8" indent="-317500" algn="ctr">
              <a:lnSpc>
                <a:spcPct val="100000"/>
              </a:lnSpc>
              <a:spcBef>
                <a:spcPts val="0"/>
              </a:spcBef>
              <a:spcAft>
                <a:spcPts val="0"/>
              </a:spcAft>
              <a:buSzPts val="1400"/>
              <a:buChar char="■"/>
              <a:defRPr/>
            </a:lvl9pPr>
          </a:lstStyle>
          <a:p/>
        </p:txBody>
      </p:sp>
      <p:sp>
        <p:nvSpPr>
          <p:cNvPr id="292" name="Google Shape;292;p60"/>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93" name="Google Shape;293;p60"/>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94" name="Google Shape;294;p60"/>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95" name="Google Shape;295;p60"/>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96" name="Google Shape;296;p60"/>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97" name="Google Shape;297;p60"/>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98" name="Google Shape;298;p60"/>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299" name="Google Shape;299;p60"/>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00" name="Google Shape;300;p60"/>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01" name="Google Shape;301;p60"/>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02" name="Google Shape;302;p60"/>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03" name="Google Shape;303;p60"/>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04" name="Google Shape;304;p60"/>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05" name="Google Shape;305;p60"/>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Quote">
  <p:cSld name="CUSTOM_2">
    <p:spTree>
      <p:nvGrpSpPr>
        <p:cNvPr id="1" name="Shape 306"/>
        <p:cNvGrpSpPr/>
        <p:nvPr/>
      </p:nvGrpSpPr>
      <p:grpSpPr>
        <a:xfrm>
          <a:off x="0" y="0"/>
          <a:ext cx="0" cy="0"/>
          <a:chOff x="0" y="0"/>
          <a:chExt cx="0" cy="0"/>
        </a:xfrm>
      </p:grpSpPr>
      <p:sp>
        <p:nvSpPr>
          <p:cNvPr id="307" name="Google Shape;307;p61"/>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08" name="Google Shape;308;p61"/>
          <p:cNvSpPr/>
          <p:nvPr/>
        </p:nvSpPr>
        <p:spPr>
          <a:xfrm>
            <a:off x="457200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09" name="Google Shape;309;p61"/>
          <p:cNvSpPr txBox="1">
            <a:spLocks noGrp="1"/>
          </p:cNvSpPr>
          <p:nvPr>
            <p:ph type="title"/>
          </p:nvPr>
        </p:nvSpPr>
        <p:spPr>
          <a:xfrm>
            <a:off x="1752950" y="3005100"/>
            <a:ext cx="6109200" cy="3735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2"/>
              </a:buClr>
              <a:buSzPts val="4200"/>
              <a:buNone/>
              <a:defRPr sz="1800">
                <a:solidFill>
                  <a:schemeClr val="dk2"/>
                </a:solidFill>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10" name="Google Shape;310;p61"/>
          <p:cNvSpPr txBox="1">
            <a:spLocks noGrp="1"/>
          </p:cNvSpPr>
          <p:nvPr>
            <p:ph type="subTitle" idx="1"/>
          </p:nvPr>
        </p:nvSpPr>
        <p:spPr>
          <a:xfrm>
            <a:off x="1752950" y="1764900"/>
            <a:ext cx="6109200" cy="12402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100"/>
              <a:buNone/>
              <a:defRPr sz="2000">
                <a:solidFill>
                  <a:schemeClr val="accent3"/>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11" name="Google Shape;311;p61"/>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12" name="Google Shape;312;p61"/>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13" name="Google Shape;313;p61"/>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14" name="Google Shape;314;p61"/>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15" name="Google Shape;315;p61"/>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16" name="Google Shape;316;p61"/>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17" name="Google Shape;317;p61"/>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18" name="Google Shape;318;p61"/>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19" name="Google Shape;319;p61"/>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20" name="Google Shape;320;p61"/>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21" name="Google Shape;321;p61"/>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22" name="Google Shape;322;p61"/>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23" name="Google Shape;323;p61"/>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24" name="Google Shape;324;p61"/>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six columns">
  <p:cSld name="CUSTOM_6">
    <p:spTree>
      <p:nvGrpSpPr>
        <p:cNvPr id="1" name="Shape 325"/>
        <p:cNvGrpSpPr/>
        <p:nvPr/>
      </p:nvGrpSpPr>
      <p:grpSpPr>
        <a:xfrm>
          <a:off x="0" y="0"/>
          <a:ext cx="0" cy="0"/>
          <a:chOff x="0" y="0"/>
          <a:chExt cx="0" cy="0"/>
        </a:xfrm>
      </p:grpSpPr>
      <p:sp>
        <p:nvSpPr>
          <p:cNvPr id="326" name="Google Shape;326;p62"/>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27" name="Google Shape;327;p62"/>
          <p:cNvSpPr/>
          <p:nvPr/>
        </p:nvSpPr>
        <p:spPr>
          <a:xfrm>
            <a:off x="457200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28" name="Google Shape;328;p62"/>
          <p:cNvSpPr txBox="1">
            <a:spLocks noGrp="1"/>
          </p:cNvSpPr>
          <p:nvPr>
            <p:ph type="subTitle" idx="1"/>
          </p:nvPr>
        </p:nvSpPr>
        <p:spPr>
          <a:xfrm>
            <a:off x="1679425" y="1587644"/>
            <a:ext cx="2508900" cy="531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p:txBody>
      </p:sp>
      <p:sp>
        <p:nvSpPr>
          <p:cNvPr id="329" name="Google Shape;329;p62"/>
          <p:cNvSpPr txBox="1">
            <a:spLocks noGrp="1"/>
          </p:cNvSpPr>
          <p:nvPr>
            <p:ph type="subTitle" idx="2"/>
          </p:nvPr>
        </p:nvSpPr>
        <p:spPr>
          <a:xfrm>
            <a:off x="1679425" y="1269900"/>
            <a:ext cx="25089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000">
                <a:solidFill>
                  <a:schemeClr val="accent1"/>
                </a:solidFill>
              </a:defRPr>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p:txBody>
      </p:sp>
      <p:sp>
        <p:nvSpPr>
          <p:cNvPr id="330" name="Google Shape;330;p62"/>
          <p:cNvSpPr txBox="1">
            <a:spLocks noGrp="1"/>
          </p:cNvSpPr>
          <p:nvPr>
            <p:ph type="subTitle" idx="3"/>
          </p:nvPr>
        </p:nvSpPr>
        <p:spPr>
          <a:xfrm>
            <a:off x="2536285" y="3541351"/>
            <a:ext cx="2508900" cy="531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p:txBody>
      </p:sp>
      <p:sp>
        <p:nvSpPr>
          <p:cNvPr id="331" name="Google Shape;331;p62"/>
          <p:cNvSpPr txBox="1">
            <a:spLocks noGrp="1"/>
          </p:cNvSpPr>
          <p:nvPr>
            <p:ph type="subTitle" idx="4"/>
          </p:nvPr>
        </p:nvSpPr>
        <p:spPr>
          <a:xfrm>
            <a:off x="2536286" y="3221450"/>
            <a:ext cx="25089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000">
                <a:solidFill>
                  <a:schemeClr val="accent1"/>
                </a:solidFill>
              </a:defRPr>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p:txBody>
      </p:sp>
      <p:sp>
        <p:nvSpPr>
          <p:cNvPr id="332" name="Google Shape;332;p62"/>
          <p:cNvSpPr txBox="1">
            <a:spLocks noGrp="1"/>
          </p:cNvSpPr>
          <p:nvPr>
            <p:ph type="subTitle" idx="5"/>
          </p:nvPr>
        </p:nvSpPr>
        <p:spPr>
          <a:xfrm>
            <a:off x="4994100" y="1577676"/>
            <a:ext cx="2508900" cy="531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p:txBody>
      </p:sp>
      <p:sp>
        <p:nvSpPr>
          <p:cNvPr id="333" name="Google Shape;333;p62"/>
          <p:cNvSpPr txBox="1">
            <a:spLocks noGrp="1"/>
          </p:cNvSpPr>
          <p:nvPr>
            <p:ph type="subTitle" idx="6"/>
          </p:nvPr>
        </p:nvSpPr>
        <p:spPr>
          <a:xfrm>
            <a:off x="4994100" y="1257775"/>
            <a:ext cx="25089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000">
                <a:solidFill>
                  <a:schemeClr val="accent1"/>
                </a:solidFill>
              </a:defRPr>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p:txBody>
      </p:sp>
      <p:sp>
        <p:nvSpPr>
          <p:cNvPr id="334" name="Google Shape;334;p62"/>
          <p:cNvSpPr txBox="1">
            <a:spLocks noGrp="1"/>
          </p:cNvSpPr>
          <p:nvPr>
            <p:ph type="subTitle" idx="7"/>
          </p:nvPr>
        </p:nvSpPr>
        <p:spPr>
          <a:xfrm>
            <a:off x="2099975" y="2564499"/>
            <a:ext cx="2508900" cy="531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p:txBody>
      </p:sp>
      <p:sp>
        <p:nvSpPr>
          <p:cNvPr id="335" name="Google Shape;335;p62"/>
          <p:cNvSpPr txBox="1">
            <a:spLocks noGrp="1"/>
          </p:cNvSpPr>
          <p:nvPr>
            <p:ph type="subTitle" idx="8"/>
          </p:nvPr>
        </p:nvSpPr>
        <p:spPr>
          <a:xfrm>
            <a:off x="2099975" y="2244588"/>
            <a:ext cx="25089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000">
                <a:solidFill>
                  <a:schemeClr val="accent1"/>
                </a:solidFill>
              </a:defRPr>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p:txBody>
      </p:sp>
      <p:sp>
        <p:nvSpPr>
          <p:cNvPr id="336" name="Google Shape;336;p62"/>
          <p:cNvSpPr txBox="1">
            <a:spLocks noGrp="1"/>
          </p:cNvSpPr>
          <p:nvPr>
            <p:ph type="subTitle" idx="9"/>
          </p:nvPr>
        </p:nvSpPr>
        <p:spPr>
          <a:xfrm>
            <a:off x="5414650" y="2564499"/>
            <a:ext cx="2508900" cy="531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p:txBody>
      </p:sp>
      <p:sp>
        <p:nvSpPr>
          <p:cNvPr id="337" name="Google Shape;337;p62"/>
          <p:cNvSpPr txBox="1">
            <a:spLocks noGrp="1"/>
          </p:cNvSpPr>
          <p:nvPr>
            <p:ph type="subTitle" idx="13"/>
          </p:nvPr>
        </p:nvSpPr>
        <p:spPr>
          <a:xfrm>
            <a:off x="5414650" y="2244588"/>
            <a:ext cx="25089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000">
                <a:solidFill>
                  <a:schemeClr val="accent1"/>
                </a:solidFill>
              </a:defRPr>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p:txBody>
      </p:sp>
      <p:sp>
        <p:nvSpPr>
          <p:cNvPr id="338" name="Google Shape;338;p62"/>
          <p:cNvSpPr txBox="1">
            <a:spLocks noGrp="1"/>
          </p:cNvSpPr>
          <p:nvPr>
            <p:ph type="subTitle" idx="14"/>
          </p:nvPr>
        </p:nvSpPr>
        <p:spPr>
          <a:xfrm>
            <a:off x="5846735" y="3551319"/>
            <a:ext cx="2508900" cy="531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1400"/>
              <a:buNone/>
              <a:defRPr>
                <a:solidFill>
                  <a:schemeClr val="accent3"/>
                </a:solidFill>
              </a:defRPr>
            </a:lvl1pPr>
            <a:lvl2pPr lvl="1" algn="l">
              <a:lnSpc>
                <a:spcPct val="100000"/>
              </a:lnSpc>
              <a:spcBef>
                <a:spcPts val="0"/>
              </a:spcBef>
              <a:spcAft>
                <a:spcPts val="0"/>
              </a:spcAft>
              <a:buClr>
                <a:schemeClr val="accent3"/>
              </a:buClr>
              <a:buSzPts val="1400"/>
              <a:buNone/>
              <a:defRPr>
                <a:solidFill>
                  <a:schemeClr val="accent3"/>
                </a:solidFill>
              </a:defRPr>
            </a:lvl2pPr>
            <a:lvl3pPr lvl="2" algn="l">
              <a:lnSpc>
                <a:spcPct val="100000"/>
              </a:lnSpc>
              <a:spcBef>
                <a:spcPts val="0"/>
              </a:spcBef>
              <a:spcAft>
                <a:spcPts val="0"/>
              </a:spcAft>
              <a:buClr>
                <a:schemeClr val="accent3"/>
              </a:buClr>
              <a:buSzPts val="1400"/>
              <a:buNone/>
              <a:defRPr>
                <a:solidFill>
                  <a:schemeClr val="accent3"/>
                </a:solidFill>
              </a:defRPr>
            </a:lvl3pPr>
            <a:lvl4pPr lvl="3" algn="l">
              <a:lnSpc>
                <a:spcPct val="100000"/>
              </a:lnSpc>
              <a:spcBef>
                <a:spcPts val="0"/>
              </a:spcBef>
              <a:spcAft>
                <a:spcPts val="0"/>
              </a:spcAft>
              <a:buClr>
                <a:schemeClr val="accent3"/>
              </a:buClr>
              <a:buSzPts val="1400"/>
              <a:buNone/>
              <a:defRPr>
                <a:solidFill>
                  <a:schemeClr val="accent3"/>
                </a:solidFill>
              </a:defRPr>
            </a:lvl4pPr>
            <a:lvl5pPr lvl="4" algn="l">
              <a:lnSpc>
                <a:spcPct val="100000"/>
              </a:lnSpc>
              <a:spcBef>
                <a:spcPts val="0"/>
              </a:spcBef>
              <a:spcAft>
                <a:spcPts val="0"/>
              </a:spcAft>
              <a:buClr>
                <a:schemeClr val="accent3"/>
              </a:buClr>
              <a:buSzPts val="1400"/>
              <a:buNone/>
              <a:defRPr>
                <a:solidFill>
                  <a:schemeClr val="accent3"/>
                </a:solidFill>
              </a:defRPr>
            </a:lvl5pPr>
            <a:lvl6pPr lvl="5" algn="l">
              <a:lnSpc>
                <a:spcPct val="100000"/>
              </a:lnSpc>
              <a:spcBef>
                <a:spcPts val="0"/>
              </a:spcBef>
              <a:spcAft>
                <a:spcPts val="0"/>
              </a:spcAft>
              <a:buClr>
                <a:schemeClr val="accent3"/>
              </a:buClr>
              <a:buSzPts val="1400"/>
              <a:buNone/>
              <a:defRPr>
                <a:solidFill>
                  <a:schemeClr val="accent3"/>
                </a:solidFill>
              </a:defRPr>
            </a:lvl6pPr>
            <a:lvl7pPr lvl="6" algn="l">
              <a:lnSpc>
                <a:spcPct val="100000"/>
              </a:lnSpc>
              <a:spcBef>
                <a:spcPts val="0"/>
              </a:spcBef>
              <a:spcAft>
                <a:spcPts val="0"/>
              </a:spcAft>
              <a:buClr>
                <a:schemeClr val="accent3"/>
              </a:buClr>
              <a:buSzPts val="1400"/>
              <a:buNone/>
              <a:defRPr>
                <a:solidFill>
                  <a:schemeClr val="accent3"/>
                </a:solidFill>
              </a:defRPr>
            </a:lvl7pPr>
            <a:lvl8pPr lvl="7" algn="l">
              <a:lnSpc>
                <a:spcPct val="100000"/>
              </a:lnSpc>
              <a:spcBef>
                <a:spcPts val="0"/>
              </a:spcBef>
              <a:spcAft>
                <a:spcPts val="0"/>
              </a:spcAft>
              <a:buClr>
                <a:schemeClr val="accent3"/>
              </a:buClr>
              <a:buSzPts val="1400"/>
              <a:buNone/>
              <a:defRPr>
                <a:solidFill>
                  <a:schemeClr val="accent3"/>
                </a:solidFill>
              </a:defRPr>
            </a:lvl8pPr>
            <a:lvl9pPr lvl="8" algn="l">
              <a:lnSpc>
                <a:spcPct val="100000"/>
              </a:lnSpc>
              <a:spcBef>
                <a:spcPts val="0"/>
              </a:spcBef>
              <a:spcAft>
                <a:spcPts val="0"/>
              </a:spcAft>
              <a:buClr>
                <a:schemeClr val="accent3"/>
              </a:buClr>
              <a:buSzPts val="1400"/>
              <a:buNone/>
              <a:defRPr>
                <a:solidFill>
                  <a:schemeClr val="accent3"/>
                </a:solidFill>
              </a:defRPr>
            </a:lvl9pPr>
          </a:lstStyle>
          <a:p/>
        </p:txBody>
      </p:sp>
      <p:sp>
        <p:nvSpPr>
          <p:cNvPr id="339" name="Google Shape;339;p62"/>
          <p:cNvSpPr txBox="1">
            <a:spLocks noGrp="1"/>
          </p:cNvSpPr>
          <p:nvPr>
            <p:ph type="subTitle" idx="15"/>
          </p:nvPr>
        </p:nvSpPr>
        <p:spPr>
          <a:xfrm>
            <a:off x="5846736" y="3233575"/>
            <a:ext cx="25089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2000"/>
              <a:buNone/>
              <a:defRPr sz="2000">
                <a:solidFill>
                  <a:schemeClr val="accent1"/>
                </a:solidFill>
              </a:defRPr>
            </a:lvl1pPr>
            <a:lvl2pPr lvl="1" algn="l">
              <a:lnSpc>
                <a:spcPct val="100000"/>
              </a:lnSpc>
              <a:spcBef>
                <a:spcPts val="0"/>
              </a:spcBef>
              <a:spcAft>
                <a:spcPts val="0"/>
              </a:spcAft>
              <a:buClr>
                <a:schemeClr val="dk1"/>
              </a:buClr>
              <a:buSzPts val="2000"/>
              <a:buNone/>
              <a:defRPr sz="2000">
                <a:solidFill>
                  <a:schemeClr val="dk1"/>
                </a:solidFill>
              </a:defRPr>
            </a:lvl2pPr>
            <a:lvl3pPr lvl="2" algn="l">
              <a:lnSpc>
                <a:spcPct val="100000"/>
              </a:lnSpc>
              <a:spcBef>
                <a:spcPts val="0"/>
              </a:spcBef>
              <a:spcAft>
                <a:spcPts val="0"/>
              </a:spcAft>
              <a:buClr>
                <a:schemeClr val="dk1"/>
              </a:buClr>
              <a:buSzPts val="2000"/>
              <a:buNone/>
              <a:defRPr sz="2000">
                <a:solidFill>
                  <a:schemeClr val="dk1"/>
                </a:solidFill>
              </a:defRPr>
            </a:lvl3pPr>
            <a:lvl4pPr lvl="3" algn="l">
              <a:lnSpc>
                <a:spcPct val="100000"/>
              </a:lnSpc>
              <a:spcBef>
                <a:spcPts val="0"/>
              </a:spcBef>
              <a:spcAft>
                <a:spcPts val="0"/>
              </a:spcAft>
              <a:buClr>
                <a:schemeClr val="dk1"/>
              </a:buClr>
              <a:buSzPts val="2000"/>
              <a:buNone/>
              <a:defRPr sz="2000">
                <a:solidFill>
                  <a:schemeClr val="dk1"/>
                </a:solidFill>
              </a:defRPr>
            </a:lvl4pPr>
            <a:lvl5pPr lvl="4" algn="l">
              <a:lnSpc>
                <a:spcPct val="100000"/>
              </a:lnSpc>
              <a:spcBef>
                <a:spcPts val="0"/>
              </a:spcBef>
              <a:spcAft>
                <a:spcPts val="0"/>
              </a:spcAft>
              <a:buClr>
                <a:schemeClr val="dk1"/>
              </a:buClr>
              <a:buSzPts val="2000"/>
              <a:buNone/>
              <a:defRPr sz="2000">
                <a:solidFill>
                  <a:schemeClr val="dk1"/>
                </a:solidFill>
              </a:defRPr>
            </a:lvl5pPr>
            <a:lvl6pPr lvl="5" algn="l">
              <a:lnSpc>
                <a:spcPct val="100000"/>
              </a:lnSpc>
              <a:spcBef>
                <a:spcPts val="0"/>
              </a:spcBef>
              <a:spcAft>
                <a:spcPts val="0"/>
              </a:spcAft>
              <a:buClr>
                <a:schemeClr val="dk1"/>
              </a:buClr>
              <a:buSzPts val="2000"/>
              <a:buNone/>
              <a:defRPr sz="2000">
                <a:solidFill>
                  <a:schemeClr val="dk1"/>
                </a:solidFill>
              </a:defRPr>
            </a:lvl6pPr>
            <a:lvl7pPr lvl="6" algn="l">
              <a:lnSpc>
                <a:spcPct val="100000"/>
              </a:lnSpc>
              <a:spcBef>
                <a:spcPts val="0"/>
              </a:spcBef>
              <a:spcAft>
                <a:spcPts val="0"/>
              </a:spcAft>
              <a:buClr>
                <a:schemeClr val="dk1"/>
              </a:buClr>
              <a:buSzPts val="2000"/>
              <a:buNone/>
              <a:defRPr sz="2000">
                <a:solidFill>
                  <a:schemeClr val="dk1"/>
                </a:solidFill>
              </a:defRPr>
            </a:lvl7pPr>
            <a:lvl8pPr lvl="7" algn="l">
              <a:lnSpc>
                <a:spcPct val="100000"/>
              </a:lnSpc>
              <a:spcBef>
                <a:spcPts val="0"/>
              </a:spcBef>
              <a:spcAft>
                <a:spcPts val="0"/>
              </a:spcAft>
              <a:buClr>
                <a:schemeClr val="dk1"/>
              </a:buClr>
              <a:buSzPts val="2000"/>
              <a:buNone/>
              <a:defRPr sz="2000">
                <a:solidFill>
                  <a:schemeClr val="dk1"/>
                </a:solidFill>
              </a:defRPr>
            </a:lvl8pPr>
            <a:lvl9pPr lvl="8" algn="l">
              <a:lnSpc>
                <a:spcPct val="100000"/>
              </a:lnSpc>
              <a:spcBef>
                <a:spcPts val="0"/>
              </a:spcBef>
              <a:spcAft>
                <a:spcPts val="0"/>
              </a:spcAft>
              <a:buClr>
                <a:schemeClr val="dk1"/>
              </a:buClr>
              <a:buSzPts val="2000"/>
              <a:buNone/>
              <a:defRPr sz="2000">
                <a:solidFill>
                  <a:schemeClr val="dk1"/>
                </a:solidFill>
              </a:defRPr>
            </a:lvl9pPr>
          </a:lstStyle>
          <a:p/>
        </p:txBody>
      </p:sp>
      <p:sp>
        <p:nvSpPr>
          <p:cNvPr id="340" name="Google Shape;340;p62"/>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41" name="Google Shape;341;p62"/>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42" name="Google Shape;342;p62"/>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43" name="Google Shape;343;p62"/>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44" name="Google Shape;344;p62"/>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45" name="Google Shape;345;p62"/>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46" name="Google Shape;346;p62"/>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47" name="Google Shape;347;p62"/>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48" name="Google Shape;348;p62"/>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49" name="Google Shape;349;p62"/>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50" name="Google Shape;350;p62"/>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51" name="Google Shape;351;p62"/>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52" name="Google Shape;352;p62"/>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53" name="Google Shape;353;p62"/>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54" name="Google Shape;354;p62"/>
          <p:cNvSpPr txBox="1">
            <a:spLocks noGrp="1"/>
          </p:cNvSpPr>
          <p:nvPr>
            <p:ph type="title"/>
          </p:nvPr>
        </p:nvSpPr>
        <p:spPr>
          <a:xfrm>
            <a:off x="1143250" y="582700"/>
            <a:ext cx="7290600" cy="541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1">
  <p:cSld name="CUSTOM_9_1">
    <p:spTree>
      <p:nvGrpSpPr>
        <p:cNvPr id="1" name="Shape 355"/>
        <p:cNvGrpSpPr/>
        <p:nvPr/>
      </p:nvGrpSpPr>
      <p:grpSpPr>
        <a:xfrm>
          <a:off x="0" y="0"/>
          <a:ext cx="0" cy="0"/>
          <a:chOff x="0" y="0"/>
          <a:chExt cx="0" cy="0"/>
        </a:xfrm>
      </p:grpSpPr>
      <p:sp>
        <p:nvSpPr>
          <p:cNvPr id="356" name="Google Shape;356;p63"/>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7" name="Google Shape;357;p63"/>
          <p:cNvSpPr/>
          <p:nvPr/>
        </p:nvSpPr>
        <p:spPr>
          <a:xfrm>
            <a:off x="457200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8" name="Google Shape;358;p63"/>
          <p:cNvSpPr txBox="1">
            <a:spLocks noGrp="1"/>
          </p:cNvSpPr>
          <p:nvPr>
            <p:ph type="subTitle" idx="1"/>
          </p:nvPr>
        </p:nvSpPr>
        <p:spPr>
          <a:xfrm>
            <a:off x="1667256" y="2355825"/>
            <a:ext cx="2891100" cy="1566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1600"/>
              <a:buNone/>
              <a:defRPr sz="1600">
                <a:solidFill>
                  <a:schemeClr val="accent3"/>
                </a:solidFill>
              </a:defRPr>
            </a:lvl1pPr>
            <a:lvl2pPr lvl="1" algn="l">
              <a:lnSpc>
                <a:spcPct val="100000"/>
              </a:lnSpc>
              <a:spcBef>
                <a:spcPts val="0"/>
              </a:spcBef>
              <a:spcAft>
                <a:spcPts val="0"/>
              </a:spcAft>
              <a:buClr>
                <a:schemeClr val="dk1"/>
              </a:buClr>
              <a:buSzPts val="1600"/>
              <a:buNone/>
              <a:defRPr sz="1600">
                <a:solidFill>
                  <a:schemeClr val="dk1"/>
                </a:solidFill>
              </a:defRPr>
            </a:lvl2pPr>
            <a:lvl3pPr lvl="2" algn="l">
              <a:lnSpc>
                <a:spcPct val="100000"/>
              </a:lnSpc>
              <a:spcBef>
                <a:spcPts val="0"/>
              </a:spcBef>
              <a:spcAft>
                <a:spcPts val="0"/>
              </a:spcAft>
              <a:buClr>
                <a:schemeClr val="dk1"/>
              </a:buClr>
              <a:buSzPts val="1600"/>
              <a:buNone/>
              <a:defRPr sz="1600">
                <a:solidFill>
                  <a:schemeClr val="dk1"/>
                </a:solidFill>
              </a:defRPr>
            </a:lvl3pPr>
            <a:lvl4pPr lvl="3" algn="l">
              <a:lnSpc>
                <a:spcPct val="100000"/>
              </a:lnSpc>
              <a:spcBef>
                <a:spcPts val="0"/>
              </a:spcBef>
              <a:spcAft>
                <a:spcPts val="0"/>
              </a:spcAft>
              <a:buClr>
                <a:schemeClr val="dk1"/>
              </a:buClr>
              <a:buSzPts val="1600"/>
              <a:buNone/>
              <a:defRPr sz="1600">
                <a:solidFill>
                  <a:schemeClr val="dk1"/>
                </a:solidFill>
              </a:defRPr>
            </a:lvl4pPr>
            <a:lvl5pPr lvl="4" algn="l">
              <a:lnSpc>
                <a:spcPct val="100000"/>
              </a:lnSpc>
              <a:spcBef>
                <a:spcPts val="0"/>
              </a:spcBef>
              <a:spcAft>
                <a:spcPts val="0"/>
              </a:spcAft>
              <a:buClr>
                <a:schemeClr val="dk1"/>
              </a:buClr>
              <a:buSzPts val="1600"/>
              <a:buNone/>
              <a:defRPr sz="1600">
                <a:solidFill>
                  <a:schemeClr val="dk1"/>
                </a:solidFill>
              </a:defRPr>
            </a:lvl5pPr>
            <a:lvl6pPr lvl="5" algn="l">
              <a:lnSpc>
                <a:spcPct val="100000"/>
              </a:lnSpc>
              <a:spcBef>
                <a:spcPts val="0"/>
              </a:spcBef>
              <a:spcAft>
                <a:spcPts val="0"/>
              </a:spcAft>
              <a:buClr>
                <a:schemeClr val="dk1"/>
              </a:buClr>
              <a:buSzPts val="1600"/>
              <a:buNone/>
              <a:defRPr sz="1600">
                <a:solidFill>
                  <a:schemeClr val="dk1"/>
                </a:solidFill>
              </a:defRPr>
            </a:lvl6pPr>
            <a:lvl7pPr lvl="6" algn="l">
              <a:lnSpc>
                <a:spcPct val="100000"/>
              </a:lnSpc>
              <a:spcBef>
                <a:spcPts val="0"/>
              </a:spcBef>
              <a:spcAft>
                <a:spcPts val="0"/>
              </a:spcAft>
              <a:buClr>
                <a:schemeClr val="dk1"/>
              </a:buClr>
              <a:buSzPts val="1600"/>
              <a:buNone/>
              <a:defRPr sz="1600">
                <a:solidFill>
                  <a:schemeClr val="dk1"/>
                </a:solidFill>
              </a:defRPr>
            </a:lvl7pPr>
            <a:lvl8pPr lvl="7" algn="l">
              <a:lnSpc>
                <a:spcPct val="100000"/>
              </a:lnSpc>
              <a:spcBef>
                <a:spcPts val="0"/>
              </a:spcBef>
              <a:spcAft>
                <a:spcPts val="0"/>
              </a:spcAft>
              <a:buClr>
                <a:schemeClr val="dk1"/>
              </a:buClr>
              <a:buSzPts val="1600"/>
              <a:buNone/>
              <a:defRPr sz="1600">
                <a:solidFill>
                  <a:schemeClr val="dk1"/>
                </a:solidFill>
              </a:defRPr>
            </a:lvl8pPr>
            <a:lvl9pPr lvl="8" algn="l">
              <a:lnSpc>
                <a:spcPct val="100000"/>
              </a:lnSpc>
              <a:spcBef>
                <a:spcPts val="0"/>
              </a:spcBef>
              <a:spcAft>
                <a:spcPts val="0"/>
              </a:spcAft>
              <a:buClr>
                <a:schemeClr val="dk1"/>
              </a:buClr>
              <a:buSzPts val="1600"/>
              <a:buNone/>
              <a:defRPr sz="1600">
                <a:solidFill>
                  <a:schemeClr val="dk1"/>
                </a:solidFill>
              </a:defRPr>
            </a:lvl9pPr>
          </a:lstStyle>
          <a:p/>
        </p:txBody>
      </p:sp>
      <p:sp>
        <p:nvSpPr>
          <p:cNvPr id="359" name="Google Shape;359;p63"/>
          <p:cNvSpPr txBox="1">
            <a:spLocks noGrp="1"/>
          </p:cNvSpPr>
          <p:nvPr>
            <p:ph type="title"/>
          </p:nvPr>
        </p:nvSpPr>
        <p:spPr>
          <a:xfrm>
            <a:off x="1121875" y="1183920"/>
            <a:ext cx="2891100" cy="1122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2"/>
              </a:buClr>
              <a:buSzPts val="2800"/>
              <a:buNone/>
              <a:defRPr>
                <a:solidFill>
                  <a:schemeClr val="dk2"/>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60" name="Google Shape;360;p63"/>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61" name="Google Shape;361;p63"/>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62" name="Google Shape;362;p63"/>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63" name="Google Shape;363;p63"/>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64" name="Google Shape;364;p63"/>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65" name="Google Shape;365;p63"/>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66" name="Google Shape;366;p63"/>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67" name="Google Shape;367;p63"/>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68" name="Google Shape;368;p63"/>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69" name="Google Shape;369;p63"/>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70" name="Google Shape;370;p63"/>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71" name="Google Shape;371;p63"/>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72" name="Google Shape;372;p63"/>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73" name="Google Shape;373;p63"/>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hanks">
  <p:cSld name="CUSTOM_1">
    <p:spTree>
      <p:nvGrpSpPr>
        <p:cNvPr id="1" name="Shape 374"/>
        <p:cNvGrpSpPr/>
        <p:nvPr/>
      </p:nvGrpSpPr>
      <p:grpSpPr>
        <a:xfrm>
          <a:off x="0" y="0"/>
          <a:ext cx="0" cy="0"/>
          <a:chOff x="0" y="0"/>
          <a:chExt cx="0" cy="0"/>
        </a:xfrm>
      </p:grpSpPr>
      <p:sp>
        <p:nvSpPr>
          <p:cNvPr id="375" name="Google Shape;375;p64"/>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76" name="Google Shape;376;p64"/>
          <p:cNvSpPr/>
          <p:nvPr/>
        </p:nvSpPr>
        <p:spPr>
          <a:xfrm>
            <a:off x="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77" name="Google Shape;377;p64"/>
          <p:cNvSpPr txBox="1">
            <a:spLocks noGrp="1"/>
          </p:cNvSpPr>
          <p:nvPr>
            <p:ph type="ctrTitle"/>
          </p:nvPr>
        </p:nvSpPr>
        <p:spPr>
          <a:xfrm>
            <a:off x="1139125" y="582056"/>
            <a:ext cx="3064500" cy="539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2"/>
              </a:buClr>
              <a:buSzPts val="5200"/>
              <a:buNone/>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378" name="Google Shape;378;p64"/>
          <p:cNvSpPr txBox="1">
            <a:spLocks noGrp="1"/>
          </p:cNvSpPr>
          <p:nvPr>
            <p:ph type="subTitle" idx="1"/>
          </p:nvPr>
        </p:nvSpPr>
        <p:spPr>
          <a:xfrm>
            <a:off x="2064825" y="1695725"/>
            <a:ext cx="3720600" cy="7020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79" name="Google Shape;379;p64"/>
          <p:cNvSpPr txBox="1">
            <a:spLocks noGrp="1"/>
          </p:cNvSpPr>
          <p:nvPr>
            <p:ph type="subTitle" idx="2"/>
          </p:nvPr>
        </p:nvSpPr>
        <p:spPr>
          <a:xfrm>
            <a:off x="1570575" y="1261025"/>
            <a:ext cx="4572000" cy="434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800"/>
              <a:buNone/>
              <a:defRPr sz="2000">
                <a:solidFill>
                  <a:schemeClr val="accent2"/>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80" name="Google Shape;380;p64"/>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81" name="Google Shape;381;p64"/>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82" name="Google Shape;382;p64"/>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83" name="Google Shape;383;p64"/>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84" name="Google Shape;384;p64"/>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85" name="Google Shape;385;p64"/>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86" name="Google Shape;386;p64"/>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87" name="Google Shape;387;p64"/>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88" name="Google Shape;388;p64"/>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89" name="Google Shape;389;p64"/>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90" name="Google Shape;390;p64"/>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91" name="Google Shape;391;p64"/>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92" name="Google Shape;392;p64"/>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93" name="Google Shape;393;p64"/>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94" name="Google Shape;394;p64"/>
          <p:cNvSpPr txBox="1"/>
          <p:nvPr/>
        </p:nvSpPr>
        <p:spPr>
          <a:xfrm>
            <a:off x="2912425" y="3087263"/>
            <a:ext cx="4418100" cy="638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panose="020B0604020202020204"/>
              <a:buNone/>
            </a:pPr>
            <a:r>
              <a:rPr lang="en-GB" sz="12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rPr>
              <a:t>CREDITS: This presentation template was created by </a:t>
            </a:r>
            <a:r>
              <a:rPr lang="en-GB" sz="1200" b="1" i="0" u="none" strike="noStrike" cap="none">
                <a:solidFill>
                  <a:schemeClr val="accent3"/>
                </a:solidFill>
                <a:uFill>
                  <a:noFill/>
                </a:uFill>
                <a:latin typeface="Fira Code" panose="020B0604020202020204"/>
                <a:ea typeface="Fira Code" panose="020B0604020202020204"/>
                <a:cs typeface="Fira Code" panose="020B0604020202020204"/>
                <a:sym typeface="Fira Code" panose="020B0604020202020204"/>
                <a:hlinkClick r:id="rId2"/>
              </a:rPr>
              <a:t>Slidesgo</a:t>
            </a:r>
            <a:r>
              <a:rPr lang="en-GB" sz="12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rPr>
              <a:t>, including icons by </a:t>
            </a:r>
            <a:r>
              <a:rPr lang="en-GB" sz="1200" b="1" i="0" u="none" strike="noStrike" cap="none">
                <a:solidFill>
                  <a:schemeClr val="accent3"/>
                </a:solidFill>
                <a:uFill>
                  <a:noFill/>
                </a:uFill>
                <a:latin typeface="Fira Code" panose="020B0604020202020204"/>
                <a:ea typeface="Fira Code" panose="020B0604020202020204"/>
                <a:cs typeface="Fira Code" panose="020B0604020202020204"/>
                <a:sym typeface="Fira Code" panose="020B0604020202020204"/>
                <a:hlinkClick r:id="rId3"/>
              </a:rPr>
              <a:t>Flaticon</a:t>
            </a:r>
            <a:r>
              <a:rPr lang="en-GB" sz="12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rPr>
              <a:t>, and infographics &amp; images by </a:t>
            </a:r>
            <a:r>
              <a:rPr lang="en-GB" sz="1200" b="1" i="0" u="none" strike="noStrike" cap="none">
                <a:solidFill>
                  <a:schemeClr val="accent3"/>
                </a:solidFill>
                <a:uFill>
                  <a:noFill/>
                </a:uFill>
                <a:latin typeface="Fira Code" panose="020B0604020202020204"/>
                <a:ea typeface="Fira Code" panose="020B0604020202020204"/>
                <a:cs typeface="Fira Code" panose="020B0604020202020204"/>
                <a:sym typeface="Fira Code" panose="020B0604020202020204"/>
                <a:hlinkClick r:id="rId4"/>
              </a:rPr>
              <a:t>Freepik</a:t>
            </a:r>
            <a:endParaRPr sz="1200" b="1" i="0" u="sng" strike="noStrike" cap="none">
              <a:solidFill>
                <a:schemeClr val="accent3"/>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2">
  <p:cSld name="CUSTOM_9_1_1">
    <p:spTree>
      <p:nvGrpSpPr>
        <p:cNvPr id="1" name="Shape 395"/>
        <p:cNvGrpSpPr/>
        <p:nvPr/>
      </p:nvGrpSpPr>
      <p:grpSpPr>
        <a:xfrm>
          <a:off x="0" y="0"/>
          <a:ext cx="0" cy="0"/>
          <a:chOff x="0" y="0"/>
          <a:chExt cx="0" cy="0"/>
        </a:xfrm>
      </p:grpSpPr>
      <p:sp>
        <p:nvSpPr>
          <p:cNvPr id="396" name="Google Shape;396;p65"/>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97" name="Google Shape;397;p65"/>
          <p:cNvSpPr/>
          <p:nvPr/>
        </p:nvSpPr>
        <p:spPr>
          <a:xfrm>
            <a:off x="457200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98" name="Google Shape;398;p65"/>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399" name="Google Shape;399;p65"/>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00" name="Google Shape;400;p65"/>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01" name="Google Shape;401;p65"/>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02" name="Google Shape;402;p65"/>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03" name="Google Shape;403;p65"/>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04" name="Google Shape;404;p65"/>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05" name="Google Shape;405;p65"/>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06" name="Google Shape;406;p65"/>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07" name="Google Shape;407;p65"/>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08" name="Google Shape;408;p65"/>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09" name="Google Shape;409;p65"/>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10" name="Google Shape;410;p65"/>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11" name="Google Shape;411;p65"/>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12" name="Google Shape;412;p65"/>
          <p:cNvSpPr txBox="1">
            <a:spLocks noGrp="1"/>
          </p:cNvSpPr>
          <p:nvPr>
            <p:ph type="body" idx="1"/>
          </p:nvPr>
        </p:nvSpPr>
        <p:spPr>
          <a:xfrm>
            <a:off x="2090500" y="1956600"/>
            <a:ext cx="5111400" cy="2109600"/>
          </a:xfrm>
          <a:prstGeom prst="rect">
            <a:avLst/>
          </a:prstGeom>
          <a:noFill/>
          <a:ln>
            <a:noFill/>
          </a:ln>
        </p:spPr>
        <p:txBody>
          <a:bodyPr spcFirstLastPara="1" wrap="square" lIns="91425" tIns="91425" rIns="91425" bIns="91425" anchor="t" anchorCtr="0">
            <a:noAutofit/>
          </a:bodyPr>
          <a:lstStyle>
            <a:lvl1pPr marL="457200" lvl="0" indent="-317500" algn="l">
              <a:lnSpc>
                <a:spcPct val="100000"/>
              </a:lnSpc>
              <a:spcBef>
                <a:spcPts val="0"/>
              </a:spcBef>
              <a:spcAft>
                <a:spcPts val="0"/>
              </a:spcAft>
              <a:buClr>
                <a:schemeClr val="accent3"/>
              </a:buClr>
              <a:buSzPts val="1400"/>
              <a:buChar char="∗"/>
              <a:defRPr sz="2000">
                <a:solidFill>
                  <a:schemeClr val="accent3"/>
                </a:solidFill>
              </a:defRPr>
            </a:lvl1pPr>
            <a:lvl2pPr marL="914400" lvl="1" indent="-330200" algn="l">
              <a:lnSpc>
                <a:spcPct val="100000"/>
              </a:lnSpc>
              <a:spcBef>
                <a:spcPts val="0"/>
              </a:spcBef>
              <a:spcAft>
                <a:spcPts val="0"/>
              </a:spcAft>
              <a:buClr>
                <a:schemeClr val="accent3"/>
              </a:buClr>
              <a:buSzPts val="1600"/>
              <a:buFont typeface="Montserrat"/>
              <a:buChar char="○"/>
              <a:defRPr sz="1200">
                <a:solidFill>
                  <a:schemeClr val="accent3"/>
                </a:solidFill>
              </a:defRPr>
            </a:lvl2pPr>
            <a:lvl3pPr marL="1371600" lvl="2" indent="-330200" algn="l">
              <a:lnSpc>
                <a:spcPct val="100000"/>
              </a:lnSpc>
              <a:spcBef>
                <a:spcPts val="0"/>
              </a:spcBef>
              <a:spcAft>
                <a:spcPts val="0"/>
              </a:spcAft>
              <a:buClr>
                <a:schemeClr val="accent3"/>
              </a:buClr>
              <a:buSzPts val="1600"/>
              <a:buFont typeface="Montserrat"/>
              <a:buChar char="■"/>
              <a:defRPr>
                <a:solidFill>
                  <a:schemeClr val="accent3"/>
                </a:solidFill>
              </a:defRPr>
            </a:lvl3pPr>
            <a:lvl4pPr marL="1828800" lvl="3" indent="-330200" algn="l">
              <a:lnSpc>
                <a:spcPct val="100000"/>
              </a:lnSpc>
              <a:spcBef>
                <a:spcPts val="0"/>
              </a:spcBef>
              <a:spcAft>
                <a:spcPts val="0"/>
              </a:spcAft>
              <a:buClr>
                <a:schemeClr val="accent3"/>
              </a:buClr>
              <a:buSzPts val="1600"/>
              <a:buFont typeface="Montserrat"/>
              <a:buChar char="●"/>
              <a:defRPr>
                <a:solidFill>
                  <a:schemeClr val="accent3"/>
                </a:solidFill>
              </a:defRPr>
            </a:lvl4pPr>
            <a:lvl5pPr marL="2286000" lvl="4" indent="-330200" algn="l">
              <a:lnSpc>
                <a:spcPct val="100000"/>
              </a:lnSpc>
              <a:spcBef>
                <a:spcPts val="0"/>
              </a:spcBef>
              <a:spcAft>
                <a:spcPts val="0"/>
              </a:spcAft>
              <a:buClr>
                <a:schemeClr val="accent3"/>
              </a:buClr>
              <a:buSzPts val="1600"/>
              <a:buFont typeface="Montserrat"/>
              <a:buChar char="○"/>
              <a:defRPr>
                <a:solidFill>
                  <a:schemeClr val="accent3"/>
                </a:solidFill>
              </a:defRPr>
            </a:lvl5pPr>
            <a:lvl6pPr marL="2743200" lvl="5" indent="-330200" algn="l">
              <a:lnSpc>
                <a:spcPct val="100000"/>
              </a:lnSpc>
              <a:spcBef>
                <a:spcPts val="0"/>
              </a:spcBef>
              <a:spcAft>
                <a:spcPts val="0"/>
              </a:spcAft>
              <a:buClr>
                <a:schemeClr val="accent3"/>
              </a:buClr>
              <a:buSzPts val="1600"/>
              <a:buFont typeface="Montserrat"/>
              <a:buChar char="■"/>
              <a:defRPr>
                <a:solidFill>
                  <a:schemeClr val="accent3"/>
                </a:solidFill>
              </a:defRPr>
            </a:lvl6pPr>
            <a:lvl7pPr marL="3200400" lvl="6" indent="-330200" algn="l">
              <a:lnSpc>
                <a:spcPct val="100000"/>
              </a:lnSpc>
              <a:spcBef>
                <a:spcPts val="0"/>
              </a:spcBef>
              <a:spcAft>
                <a:spcPts val="0"/>
              </a:spcAft>
              <a:buClr>
                <a:schemeClr val="accent3"/>
              </a:buClr>
              <a:buSzPts val="1600"/>
              <a:buFont typeface="Montserrat"/>
              <a:buChar char="●"/>
              <a:defRPr>
                <a:solidFill>
                  <a:schemeClr val="accent3"/>
                </a:solidFill>
              </a:defRPr>
            </a:lvl7pPr>
            <a:lvl8pPr marL="3657600" lvl="7" indent="-330200" algn="l">
              <a:lnSpc>
                <a:spcPct val="100000"/>
              </a:lnSpc>
              <a:spcBef>
                <a:spcPts val="0"/>
              </a:spcBef>
              <a:spcAft>
                <a:spcPts val="0"/>
              </a:spcAft>
              <a:buClr>
                <a:schemeClr val="accent3"/>
              </a:buClr>
              <a:buSzPts val="1600"/>
              <a:buFont typeface="Montserrat"/>
              <a:buChar char="○"/>
              <a:defRPr>
                <a:solidFill>
                  <a:schemeClr val="accent3"/>
                </a:solidFill>
              </a:defRPr>
            </a:lvl8pPr>
            <a:lvl9pPr marL="4114800" lvl="8" indent="-330200" algn="l">
              <a:lnSpc>
                <a:spcPct val="100000"/>
              </a:lnSpc>
              <a:spcBef>
                <a:spcPts val="0"/>
              </a:spcBef>
              <a:spcAft>
                <a:spcPts val="0"/>
              </a:spcAft>
              <a:buClr>
                <a:schemeClr val="accent3"/>
              </a:buClr>
              <a:buSzPts val="1600"/>
              <a:buFont typeface="Montserrat"/>
              <a:buChar char="■"/>
              <a:defRPr>
                <a:solidFill>
                  <a:schemeClr val="accent3"/>
                </a:solidFill>
              </a:defRPr>
            </a:lvl9pPr>
          </a:lstStyle>
          <a:p/>
        </p:txBody>
      </p:sp>
      <p:sp>
        <p:nvSpPr>
          <p:cNvPr id="413" name="Google Shape;413;p65"/>
          <p:cNvSpPr txBox="1">
            <a:spLocks noGrp="1"/>
          </p:cNvSpPr>
          <p:nvPr>
            <p:ph type="subTitle" idx="2"/>
          </p:nvPr>
        </p:nvSpPr>
        <p:spPr>
          <a:xfrm>
            <a:off x="1676975" y="1309850"/>
            <a:ext cx="5450700" cy="46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accent3"/>
              </a:buClr>
              <a:buSzPts val="2000"/>
              <a:buNone/>
              <a:defRPr>
                <a:solidFill>
                  <a:schemeClr val="accent3"/>
                </a:solidFill>
              </a:defRPr>
            </a:lvl1pPr>
            <a:lvl2pPr lvl="1" algn="ctr">
              <a:lnSpc>
                <a:spcPct val="100000"/>
              </a:lnSpc>
              <a:spcBef>
                <a:spcPts val="0"/>
              </a:spcBef>
              <a:spcAft>
                <a:spcPts val="0"/>
              </a:spcAft>
              <a:buClr>
                <a:schemeClr val="accent3"/>
              </a:buClr>
              <a:buSzPts val="2000"/>
              <a:buNone/>
              <a:defRPr sz="2000" b="1">
                <a:solidFill>
                  <a:schemeClr val="accent3"/>
                </a:solidFill>
              </a:defRPr>
            </a:lvl2pPr>
            <a:lvl3pPr lvl="2" algn="ctr">
              <a:lnSpc>
                <a:spcPct val="100000"/>
              </a:lnSpc>
              <a:spcBef>
                <a:spcPts val="0"/>
              </a:spcBef>
              <a:spcAft>
                <a:spcPts val="0"/>
              </a:spcAft>
              <a:buClr>
                <a:schemeClr val="accent3"/>
              </a:buClr>
              <a:buSzPts val="2000"/>
              <a:buNone/>
              <a:defRPr sz="2000" b="1">
                <a:solidFill>
                  <a:schemeClr val="accent3"/>
                </a:solidFill>
              </a:defRPr>
            </a:lvl3pPr>
            <a:lvl4pPr lvl="3" algn="ctr">
              <a:lnSpc>
                <a:spcPct val="100000"/>
              </a:lnSpc>
              <a:spcBef>
                <a:spcPts val="0"/>
              </a:spcBef>
              <a:spcAft>
                <a:spcPts val="0"/>
              </a:spcAft>
              <a:buClr>
                <a:schemeClr val="accent3"/>
              </a:buClr>
              <a:buSzPts val="2000"/>
              <a:buNone/>
              <a:defRPr sz="2000" b="1">
                <a:solidFill>
                  <a:schemeClr val="accent3"/>
                </a:solidFill>
              </a:defRPr>
            </a:lvl4pPr>
            <a:lvl5pPr lvl="4" algn="ctr">
              <a:lnSpc>
                <a:spcPct val="100000"/>
              </a:lnSpc>
              <a:spcBef>
                <a:spcPts val="0"/>
              </a:spcBef>
              <a:spcAft>
                <a:spcPts val="0"/>
              </a:spcAft>
              <a:buClr>
                <a:schemeClr val="accent3"/>
              </a:buClr>
              <a:buSzPts val="2000"/>
              <a:buNone/>
              <a:defRPr sz="2000" b="1">
                <a:solidFill>
                  <a:schemeClr val="accent3"/>
                </a:solidFill>
              </a:defRPr>
            </a:lvl5pPr>
            <a:lvl6pPr lvl="5" algn="ctr">
              <a:lnSpc>
                <a:spcPct val="100000"/>
              </a:lnSpc>
              <a:spcBef>
                <a:spcPts val="0"/>
              </a:spcBef>
              <a:spcAft>
                <a:spcPts val="0"/>
              </a:spcAft>
              <a:buClr>
                <a:schemeClr val="accent3"/>
              </a:buClr>
              <a:buSzPts val="2000"/>
              <a:buNone/>
              <a:defRPr sz="2000" b="1">
                <a:solidFill>
                  <a:schemeClr val="accent3"/>
                </a:solidFill>
              </a:defRPr>
            </a:lvl6pPr>
            <a:lvl7pPr lvl="6" algn="ctr">
              <a:lnSpc>
                <a:spcPct val="100000"/>
              </a:lnSpc>
              <a:spcBef>
                <a:spcPts val="0"/>
              </a:spcBef>
              <a:spcAft>
                <a:spcPts val="0"/>
              </a:spcAft>
              <a:buClr>
                <a:schemeClr val="accent3"/>
              </a:buClr>
              <a:buSzPts val="2000"/>
              <a:buNone/>
              <a:defRPr sz="2000" b="1">
                <a:solidFill>
                  <a:schemeClr val="accent3"/>
                </a:solidFill>
              </a:defRPr>
            </a:lvl7pPr>
            <a:lvl8pPr lvl="7" algn="ctr">
              <a:lnSpc>
                <a:spcPct val="100000"/>
              </a:lnSpc>
              <a:spcBef>
                <a:spcPts val="0"/>
              </a:spcBef>
              <a:spcAft>
                <a:spcPts val="0"/>
              </a:spcAft>
              <a:buClr>
                <a:schemeClr val="accent3"/>
              </a:buClr>
              <a:buSzPts val="2000"/>
              <a:buNone/>
              <a:defRPr sz="2000" b="1">
                <a:solidFill>
                  <a:schemeClr val="accent3"/>
                </a:solidFill>
              </a:defRPr>
            </a:lvl8pPr>
            <a:lvl9pPr lvl="8" algn="ctr">
              <a:lnSpc>
                <a:spcPct val="100000"/>
              </a:lnSpc>
              <a:spcBef>
                <a:spcPts val="0"/>
              </a:spcBef>
              <a:spcAft>
                <a:spcPts val="0"/>
              </a:spcAft>
              <a:buClr>
                <a:schemeClr val="accent3"/>
              </a:buClr>
              <a:buSzPts val="2000"/>
              <a:buNone/>
              <a:defRPr sz="2000" b="1">
                <a:solidFill>
                  <a:schemeClr val="accent3"/>
                </a:solidFill>
              </a:defRPr>
            </a:lvl9pPr>
          </a:lstStyle>
          <a:p/>
        </p:txBody>
      </p:sp>
      <p:sp>
        <p:nvSpPr>
          <p:cNvPr id="414" name="Google Shape;414;p65"/>
          <p:cNvSpPr txBox="1">
            <a:spLocks noGrp="1"/>
          </p:cNvSpPr>
          <p:nvPr>
            <p:ph type="title"/>
          </p:nvPr>
        </p:nvSpPr>
        <p:spPr>
          <a:xfrm>
            <a:off x="1143250" y="582700"/>
            <a:ext cx="7290600" cy="541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matchingName="Blank">
  <p:cSld name="BLANK">
    <p:bg>
      <p:bgPr>
        <a:solidFill>
          <a:schemeClr val="accent6"/>
        </a:solidFill>
        <a:effectLst/>
      </p:bgPr>
    </p:bg>
    <p:spTree>
      <p:nvGrpSpPr>
        <p:cNvPr id="1" name="Shape 415"/>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ackground ">
  <p:cSld name="CUSTOM_9">
    <p:spTree>
      <p:nvGrpSpPr>
        <p:cNvPr id="1" name="Shape 416"/>
        <p:cNvGrpSpPr/>
        <p:nvPr/>
      </p:nvGrpSpPr>
      <p:grpSpPr>
        <a:xfrm>
          <a:off x="0" y="0"/>
          <a:ext cx="0" cy="0"/>
          <a:chOff x="0" y="0"/>
          <a:chExt cx="0" cy="0"/>
        </a:xfrm>
      </p:grpSpPr>
      <p:sp>
        <p:nvSpPr>
          <p:cNvPr id="417" name="Google Shape;417;p69"/>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18" name="Google Shape;418;p69"/>
          <p:cNvSpPr/>
          <p:nvPr/>
        </p:nvSpPr>
        <p:spPr>
          <a:xfrm>
            <a:off x="457200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19" name="Google Shape;419;p69"/>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20" name="Google Shape;420;p69"/>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21" name="Google Shape;421;p69"/>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22" name="Google Shape;422;p69"/>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23" name="Google Shape;423;p69"/>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24" name="Google Shape;424;p69"/>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25" name="Google Shape;425;p69"/>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26" name="Google Shape;426;p69"/>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27" name="Google Shape;427;p69"/>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28" name="Google Shape;428;p69"/>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29" name="Google Shape;429;p69"/>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30" name="Google Shape;430;p69"/>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31" name="Google Shape;431;p69"/>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32" name="Google Shape;432;p69"/>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ackground  1">
  <p:cSld name="CUSTOM_9_2">
    <p:spTree>
      <p:nvGrpSpPr>
        <p:cNvPr id="1" name="Shape 433"/>
        <p:cNvGrpSpPr/>
        <p:nvPr/>
      </p:nvGrpSpPr>
      <p:grpSpPr>
        <a:xfrm>
          <a:off x="0" y="0"/>
          <a:ext cx="0" cy="0"/>
          <a:chOff x="0" y="0"/>
          <a:chExt cx="0" cy="0"/>
        </a:xfrm>
      </p:grpSpPr>
      <p:sp>
        <p:nvSpPr>
          <p:cNvPr id="434" name="Google Shape;434;p70"/>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35" name="Google Shape;435;p70"/>
          <p:cNvSpPr/>
          <p:nvPr/>
        </p:nvSpPr>
        <p:spPr>
          <a:xfrm>
            <a:off x="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36" name="Google Shape;436;p70"/>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37" name="Google Shape;437;p70"/>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38" name="Google Shape;438;p70"/>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39" name="Google Shape;439;p70"/>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40" name="Google Shape;440;p70"/>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5</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41" name="Google Shape;441;p70"/>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6</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42" name="Google Shape;442;p70"/>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7</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43" name="Google Shape;443;p70"/>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8</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44" name="Google Shape;444;p70"/>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9</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45" name="Google Shape;445;p70"/>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10</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46" name="Google Shape;446;p70"/>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11</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47" name="Google Shape;447;p70"/>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12</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48" name="Google Shape;448;p70"/>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13</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
        <p:nvSpPr>
          <p:cNvPr id="449" name="Google Shape;449;p70"/>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rPr>
              <a:t>14</a:t>
            </a:r>
            <a:endParaRPr sz="1400" b="0" i="0" u="none" strike="noStrike" cap="none">
              <a:solidFill>
                <a:srgbClr val="707070"/>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3" Type="http://schemas.openxmlformats.org/officeDocument/2006/relationships/theme" Target="../theme/theme1.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Shape 5"/>
        <p:cNvGrpSpPr/>
        <p:nvPr/>
      </p:nvGrpSpPr>
      <p:grpSpPr>
        <a:xfrm>
          <a:off x="0" y="0"/>
          <a:ext cx="0" cy="0"/>
          <a:chOff x="0" y="0"/>
          <a:chExt cx="0" cy="0"/>
        </a:xfrm>
      </p:grpSpPr>
      <p:sp>
        <p:nvSpPr>
          <p:cNvPr id="6" name="Google Shape;6;p4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lt1"/>
              </a:buClr>
              <a:buSzPts val="2800"/>
              <a:buFont typeface="Fira Code" panose="020B0604020202020204"/>
              <a:buNone/>
              <a:defRPr sz="2800" b="0" i="0" u="none" strike="noStrike" cap="none">
                <a:solidFill>
                  <a:schemeClr val="lt1"/>
                </a:solidFill>
                <a:latin typeface="Fira Code" panose="020B0604020202020204"/>
                <a:ea typeface="Fira Code" panose="020B0604020202020204"/>
                <a:cs typeface="Fira Code" panose="020B0604020202020204"/>
                <a:sym typeface="Fira Code" panose="020B0604020202020204"/>
              </a:defRPr>
            </a:lvl1pPr>
            <a:lvl2pPr marR="0" lvl="1"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R="0" lvl="2"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R="0" lvl="3"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R="0" lvl="4"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R="0" lvl="5"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R="0" lvl="6"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R="0" lvl="7"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R="0" lvl="8"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p:txBody>
      </p:sp>
      <p:sp>
        <p:nvSpPr>
          <p:cNvPr id="7" name="Google Shape;7;p4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ctr" anchorCtr="0">
            <a:noAutofit/>
          </a:bodyPr>
          <a:lstStyle>
            <a:lvl1pPr marL="457200" marR="0" lvl="0" indent="-317500" algn="l" rtl="0">
              <a:lnSpc>
                <a:spcPct val="100000"/>
              </a:lnSpc>
              <a:spcBef>
                <a:spcPts val="0"/>
              </a:spcBef>
              <a:spcAft>
                <a:spcPts val="0"/>
              </a:spcAft>
              <a:buClr>
                <a:schemeClr val="dk2"/>
              </a:buClr>
              <a:buSzPts val="1400"/>
              <a:buFont typeface="Fira Code" panose="020B0604020202020204"/>
              <a:buChar char="●"/>
              <a:defRPr sz="14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1pPr>
            <a:lvl2pPr marL="914400" marR="0" lvl="1" indent="-317500" algn="l" rtl="0">
              <a:lnSpc>
                <a:spcPct val="100000"/>
              </a:lnSpc>
              <a:spcBef>
                <a:spcPts val="0"/>
              </a:spcBef>
              <a:spcAft>
                <a:spcPts val="0"/>
              </a:spcAft>
              <a:buClr>
                <a:schemeClr val="dk2"/>
              </a:buClr>
              <a:buSzPts val="1400"/>
              <a:buFont typeface="Fira Code" panose="020B0604020202020204"/>
              <a:buChar char="○"/>
              <a:defRPr sz="14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l" rtl="0">
              <a:lnSpc>
                <a:spcPct val="100000"/>
              </a:lnSpc>
              <a:spcBef>
                <a:spcPts val="0"/>
              </a:spcBef>
              <a:spcAft>
                <a:spcPts val="0"/>
              </a:spcAft>
              <a:buClr>
                <a:schemeClr val="dk2"/>
              </a:buClr>
              <a:buSzPts val="1400"/>
              <a:buFont typeface="Fira Code" panose="020B0604020202020204"/>
              <a:buChar char="■"/>
              <a:defRPr sz="14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l" rtl="0">
              <a:lnSpc>
                <a:spcPct val="100000"/>
              </a:lnSpc>
              <a:spcBef>
                <a:spcPts val="0"/>
              </a:spcBef>
              <a:spcAft>
                <a:spcPts val="0"/>
              </a:spcAft>
              <a:buClr>
                <a:schemeClr val="dk2"/>
              </a:buClr>
              <a:buSzPts val="1400"/>
              <a:buFont typeface="Fira Code" panose="020B0604020202020204"/>
              <a:buChar char="●"/>
              <a:defRPr sz="14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l" rtl="0">
              <a:lnSpc>
                <a:spcPct val="100000"/>
              </a:lnSpc>
              <a:spcBef>
                <a:spcPts val="0"/>
              </a:spcBef>
              <a:spcAft>
                <a:spcPts val="0"/>
              </a:spcAft>
              <a:buClr>
                <a:schemeClr val="dk2"/>
              </a:buClr>
              <a:buSzPts val="1400"/>
              <a:buFont typeface="Fira Code" panose="020B0604020202020204"/>
              <a:buChar char="○"/>
              <a:defRPr sz="14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l" rtl="0">
              <a:lnSpc>
                <a:spcPct val="100000"/>
              </a:lnSpc>
              <a:spcBef>
                <a:spcPts val="0"/>
              </a:spcBef>
              <a:spcAft>
                <a:spcPts val="0"/>
              </a:spcAft>
              <a:buClr>
                <a:schemeClr val="dk2"/>
              </a:buClr>
              <a:buSzPts val="1400"/>
              <a:buFont typeface="Fira Code" panose="020B0604020202020204"/>
              <a:buChar char="■"/>
              <a:defRPr sz="14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l" rtl="0">
              <a:lnSpc>
                <a:spcPct val="100000"/>
              </a:lnSpc>
              <a:spcBef>
                <a:spcPts val="0"/>
              </a:spcBef>
              <a:spcAft>
                <a:spcPts val="0"/>
              </a:spcAft>
              <a:buClr>
                <a:schemeClr val="dk2"/>
              </a:buClr>
              <a:buSzPts val="1400"/>
              <a:buFont typeface="Fira Code" panose="020B0604020202020204"/>
              <a:buChar char="●"/>
              <a:defRPr sz="14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l" rtl="0">
              <a:lnSpc>
                <a:spcPct val="100000"/>
              </a:lnSpc>
              <a:spcBef>
                <a:spcPts val="0"/>
              </a:spcBef>
              <a:spcAft>
                <a:spcPts val="0"/>
              </a:spcAft>
              <a:buClr>
                <a:schemeClr val="dk2"/>
              </a:buClr>
              <a:buSzPts val="1400"/>
              <a:buFont typeface="Fira Code" panose="020B0604020202020204"/>
              <a:buChar char="○"/>
              <a:defRPr sz="14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l" rtl="0">
              <a:lnSpc>
                <a:spcPct val="100000"/>
              </a:lnSpc>
              <a:spcBef>
                <a:spcPts val="0"/>
              </a:spcBef>
              <a:spcAft>
                <a:spcPts val="0"/>
              </a:spcAft>
              <a:buClr>
                <a:schemeClr val="dk2"/>
              </a:buClr>
              <a:buSzPts val="1400"/>
              <a:buFont typeface="Fira Code" panose="020B0604020202020204"/>
              <a:buChar char="■"/>
              <a:defRPr sz="14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8.png"/><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11.jpe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9" Type="http://schemas.openxmlformats.org/officeDocument/2006/relationships/notesSlide" Target="../notesSlides/notesSlide30.xml"/><Relationship Id="rId8" Type="http://schemas.openxmlformats.org/officeDocument/2006/relationships/slideLayout" Target="../slideLayouts/slideLayout1.xml"/><Relationship Id="rId7" Type="http://schemas.openxmlformats.org/officeDocument/2006/relationships/image" Target="../media/image20.png"/><Relationship Id="rId6" Type="http://schemas.openxmlformats.org/officeDocument/2006/relationships/image" Target="../media/image19.jpeg"/><Relationship Id="rId5" Type="http://schemas.openxmlformats.org/officeDocument/2006/relationships/image" Target="../media/image18.png"/><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812"/>
        <p:cNvGrpSpPr/>
        <p:nvPr/>
      </p:nvGrpSpPr>
      <p:grpSpPr>
        <a:xfrm>
          <a:off x="0" y="0"/>
          <a:ext cx="0" cy="0"/>
          <a:chOff x="0" y="0"/>
          <a:chExt cx="0" cy="0"/>
        </a:xfrm>
      </p:grpSpPr>
      <p:sp>
        <p:nvSpPr>
          <p:cNvPr id="5" name="Google Shape;813;p13"/>
          <p:cNvSpPr txBox="1">
            <a:spLocks noGrp="1"/>
          </p:cNvSpPr>
          <p:nvPr>
            <p:ph type="title"/>
          </p:nvPr>
        </p:nvSpPr>
        <p:spPr>
          <a:xfrm>
            <a:off x="709930" y="542290"/>
            <a:ext cx="4483735" cy="15367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200"/>
              <a:buNone/>
            </a:pPr>
            <a:r>
              <a:rPr lang="en-GB">
                <a:solidFill>
                  <a:schemeClr val="accent2"/>
                </a:solidFill>
              </a:rPr>
              <a:t>‘</a:t>
            </a:r>
            <a:r>
              <a:rPr lang="es-AR" altLang="en-GB" b="1">
                <a:solidFill>
                  <a:schemeClr val="accent2"/>
                </a:solidFill>
              </a:rPr>
              <a:t>Unidad 4:</a:t>
            </a:r>
            <a:r>
              <a:rPr lang="en-GB">
                <a:solidFill>
                  <a:schemeClr val="accent2"/>
                </a:solidFill>
              </a:rPr>
              <a:t>’</a:t>
            </a:r>
            <a:r>
              <a:rPr lang="en-GB"/>
              <a:t> </a:t>
            </a:r>
            <a:br>
              <a:rPr lang="en-GB"/>
            </a:br>
            <a:r>
              <a:rPr lang="en-GB">
                <a:solidFill>
                  <a:schemeClr val="accent6"/>
                </a:solidFill>
              </a:rPr>
              <a:t>{</a:t>
            </a:r>
            <a:r>
              <a:rPr lang="en-GB"/>
              <a:t> </a:t>
            </a:r>
            <a:r>
              <a:rPr lang="es-AR" altLang="en-GB" b="1">
                <a:solidFill>
                  <a:schemeClr val="accent1"/>
                </a:solidFill>
              </a:rPr>
              <a:t>Programación del Lado del Servidor y Persistencia de Datos</a:t>
            </a:r>
            <a:endParaRPr lang="es-AR" altLang="en-GB" b="1">
              <a:solidFill>
                <a:schemeClr val="accent1"/>
              </a:solidFill>
            </a:endParaRPr>
          </a:p>
        </p:txBody>
      </p:sp>
      <p:grpSp>
        <p:nvGrpSpPr>
          <p:cNvPr id="6" name="Group 5"/>
          <p:cNvGrpSpPr/>
          <p:nvPr/>
        </p:nvGrpSpPr>
        <p:grpSpPr>
          <a:xfrm>
            <a:off x="467360" y="1637030"/>
            <a:ext cx="506095" cy="1088390"/>
            <a:chOff x="1063" y="2494"/>
            <a:chExt cx="797" cy="1714"/>
          </a:xfrm>
        </p:grpSpPr>
        <p:sp>
          <p:nvSpPr>
            <p:cNvPr id="7" name="Google Shape;814;p13"/>
            <p:cNvSpPr txBox="1"/>
            <p:nvPr/>
          </p:nvSpPr>
          <p:spPr>
            <a:xfrm>
              <a:off x="1063" y="3190"/>
              <a:ext cx="797" cy="1018"/>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000"/>
                <a:buFont typeface="Arial" panose="020B0604020202020204"/>
                <a:buNone/>
              </a:pPr>
              <a:r>
                <a:rPr lang="en-GB" sz="3000" b="0" i="0" u="none" strike="noStrike" cap="none">
                  <a:solidFill>
                    <a:schemeClr val="accent6"/>
                  </a:solidFill>
                  <a:latin typeface="Fira Code" panose="020B0604020202020204"/>
                  <a:ea typeface="Fira Code" panose="020B0604020202020204"/>
                  <a:cs typeface="Fira Code" panose="020B0604020202020204"/>
                  <a:sym typeface="Fira Code" panose="020B0604020202020204"/>
                </a:rPr>
                <a:t>}</a:t>
              </a:r>
              <a:endParaRPr sz="3000" b="0" i="0" u="none" strike="noStrike" cap="none">
                <a:solidFill>
                  <a:schemeClr val="accent6"/>
                </a:solidFill>
                <a:latin typeface="Fira Code" panose="020B0604020202020204"/>
                <a:ea typeface="Fira Code" panose="020B0604020202020204"/>
                <a:cs typeface="Fira Code" panose="020B0604020202020204"/>
                <a:sym typeface="Fira Code" panose="020B0604020202020204"/>
              </a:endParaRPr>
            </a:p>
          </p:txBody>
        </p:sp>
        <p:cxnSp>
          <p:nvCxnSpPr>
            <p:cNvPr id="8" name="Google Shape;815;p13"/>
            <p:cNvCxnSpPr>
              <a:endCxn id="7" idx="0"/>
            </p:cNvCxnSpPr>
            <p:nvPr/>
          </p:nvCxnSpPr>
          <p:spPr>
            <a:xfrm>
              <a:off x="1462" y="2494"/>
              <a:ext cx="0" cy="695"/>
            </a:xfrm>
            <a:prstGeom prst="straightConnector1">
              <a:avLst/>
            </a:prstGeom>
            <a:noFill/>
            <a:ln w="9525" cap="flat" cmpd="sng">
              <a:solidFill>
                <a:schemeClr val="accent4"/>
              </a:solidFill>
              <a:prstDash val="solid"/>
              <a:round/>
              <a:headEnd type="none" w="sm" len="sm"/>
              <a:tailEnd type="none" w="sm" len="sm"/>
            </a:ln>
          </p:spPr>
        </p:cxnSp>
      </p:grpSp>
      <p:sp>
        <p:nvSpPr>
          <p:cNvPr id="3" name="CuadroTexto 2"/>
          <p:cNvSpPr txBox="1"/>
          <p:nvPr/>
        </p:nvSpPr>
        <p:spPr>
          <a:xfrm>
            <a:off x="4293393" y="4098290"/>
            <a:ext cx="4572000" cy="738664"/>
          </a:xfrm>
          <a:prstGeom prst="rect">
            <a:avLst/>
          </a:prstGeom>
          <a:noFill/>
        </p:spPr>
        <p:txBody>
          <a:bodyPr wrap="square">
            <a:spAutoFit/>
          </a:bodyPr>
          <a:lstStyle/>
          <a:p>
            <a:pPr marL="0" marR="0" lvl="0" indent="0" algn="r" rtl="0">
              <a:lnSpc>
                <a:spcPct val="100000"/>
              </a:lnSpc>
              <a:spcBef>
                <a:spcPts val="0"/>
              </a:spcBef>
              <a:spcAft>
                <a:spcPts val="0"/>
              </a:spcAft>
              <a:buClr>
                <a:schemeClr val="dk2"/>
              </a:buClr>
              <a:buSzPts val="2800"/>
              <a:buFont typeface="Fira Code" panose="020B0604020202020204"/>
              <a:buNone/>
            </a:pPr>
            <a:r>
              <a:rPr lang="en-GB" sz="14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4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4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endParaRPr lang="en-GB" sz="14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endParaRPr>
          </a:p>
          <a:p>
            <a:pPr marL="0" marR="0" lvl="0" indent="0" algn="r" rtl="0">
              <a:lnSpc>
                <a:spcPct val="100000"/>
              </a:lnSpc>
              <a:spcBef>
                <a:spcPts val="0"/>
              </a:spcBef>
              <a:spcAft>
                <a:spcPts val="0"/>
              </a:spcAft>
              <a:buClr>
                <a:schemeClr val="dk2"/>
              </a:buClr>
              <a:buSzPts val="2800"/>
              <a:buFont typeface="Fira Code" panose="020B0604020202020204"/>
              <a:buNone/>
            </a:pPr>
            <a:r>
              <a:rPr lang="en-GB" dirty="0">
                <a:solidFill>
                  <a:schemeClr val="accent3"/>
                </a:solidFill>
                <a:latin typeface="Fira Code" panose="020B0604020202020204"/>
                <a:ea typeface="Fira Code" panose="020B0604020202020204"/>
                <a:cs typeface="Fira Code" panose="020B0604020202020204"/>
                <a:sym typeface="Fira Code" panose="020B0604020202020204"/>
              </a:rPr>
              <a:t>Tec. En Desarrollo de Software </a:t>
            </a:r>
            <a:r>
              <a:rPr lang="en-GB" dirty="0" err="1">
                <a:solidFill>
                  <a:schemeClr val="accent3"/>
                </a:solidFill>
                <a:latin typeface="Fira Code" panose="020B0604020202020204"/>
                <a:ea typeface="Fira Code" panose="020B0604020202020204"/>
                <a:cs typeface="Fira Code" panose="020B0604020202020204"/>
                <a:sym typeface="Fira Code" panose="020B0604020202020204"/>
              </a:rPr>
              <a:t>Multiplataforma</a:t>
            </a:r>
            <a:endParaRPr lang="en-GB" sz="14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transition spd="slow"/>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33"/>
        <p:cNvGrpSpPr/>
        <p:nvPr/>
      </p:nvGrpSpPr>
      <p:grpSpPr>
        <a:xfrm>
          <a:off x="0" y="0"/>
          <a:ext cx="0" cy="0"/>
          <a:chOff x="0" y="0"/>
          <a:chExt cx="0" cy="0"/>
        </a:xfrm>
      </p:grpSpPr>
      <p:sp>
        <p:nvSpPr>
          <p:cNvPr id="634" name="Google Shape;634;p8"/>
          <p:cNvSpPr txBox="1">
            <a:spLocks noGrp="1"/>
          </p:cNvSpPr>
          <p:nvPr>
            <p:ph type="title"/>
          </p:nvPr>
        </p:nvSpPr>
        <p:spPr>
          <a:xfrm>
            <a:off x="1143250" y="582700"/>
            <a:ext cx="7290600" cy="54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s-AR" altLang="en-GB"/>
              <a:t>CONTENIDOS DE LA CLASE</a:t>
            </a:r>
            <a:r>
              <a:rPr lang="en-GB">
                <a:solidFill>
                  <a:schemeClr val="accent2"/>
                </a:solidFill>
              </a:rPr>
              <a:t> </a:t>
            </a:r>
            <a:r>
              <a:rPr lang="en-GB">
                <a:solidFill>
                  <a:schemeClr val="accent6"/>
                </a:solidFill>
              </a:rPr>
              <a:t>{</a:t>
            </a:r>
            <a:endParaRPr>
              <a:solidFill>
                <a:schemeClr val="accent6"/>
              </a:solidFill>
            </a:endParaRPr>
          </a:p>
        </p:txBody>
      </p:sp>
      <p:sp>
        <p:nvSpPr>
          <p:cNvPr id="635" name="Google Shape;635;p8"/>
          <p:cNvSpPr txBox="1"/>
          <p:nvPr/>
        </p:nvSpPr>
        <p:spPr>
          <a:xfrm>
            <a:off x="1084825" y="3954425"/>
            <a:ext cx="506100" cy="615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panose="020B0604020202020204"/>
              <a:buNone/>
            </a:pPr>
            <a:r>
              <a:rPr lang="en-GB" sz="2800" b="0" i="0" u="none" strike="noStrike" cap="none">
                <a:solidFill>
                  <a:schemeClr val="accent6"/>
                </a:solidFill>
                <a:latin typeface="Fira Code" panose="020B0604020202020204"/>
                <a:ea typeface="Fira Code" panose="020B0604020202020204"/>
                <a:cs typeface="Fira Code" panose="020B0604020202020204"/>
                <a:sym typeface="Fira Code" panose="020B0604020202020204"/>
              </a:rPr>
              <a:t>}</a:t>
            </a:r>
            <a:endParaRPr sz="2800" b="0" i="0" u="none" strike="noStrike" cap="none">
              <a:solidFill>
                <a:schemeClr val="accent6"/>
              </a:solidFill>
              <a:latin typeface="Fira Code" panose="020B0604020202020204"/>
              <a:ea typeface="Fira Code" panose="020B0604020202020204"/>
              <a:cs typeface="Fira Code" panose="020B0604020202020204"/>
              <a:sym typeface="Fira Code" panose="020B0604020202020204"/>
            </a:endParaRPr>
          </a:p>
        </p:txBody>
      </p:sp>
      <p:sp>
        <p:nvSpPr>
          <p:cNvPr id="640" name="Google Shape;640;p8"/>
          <p:cNvSpPr txBox="1"/>
          <p:nvPr/>
        </p:nvSpPr>
        <p:spPr>
          <a:xfrm>
            <a:off x="2484120" y="2568575"/>
            <a:ext cx="6634480" cy="5842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sz="2400" b="0" i="0" u="none" strike="noStrike" cap="none">
                <a:solidFill>
                  <a:schemeClr val="dk2"/>
                </a:solidFill>
                <a:latin typeface="Fira Code" panose="020B0604020202020204"/>
                <a:ea typeface="Fira Code" panose="020B0604020202020204"/>
                <a:cs typeface="Fira Code" panose="020B0604020202020204"/>
                <a:sym typeface="Fira Code" panose="020B0604020202020204"/>
              </a:rPr>
              <a:t>Introducción a Node.Js</a:t>
            </a:r>
            <a:endParaRPr sz="2400" b="0" i="0" u="none" strike="noStrike" cap="none">
              <a:solidFill>
                <a:schemeClr val="dk2"/>
              </a:solidFill>
              <a:latin typeface="Fira Code" panose="020B0604020202020204"/>
              <a:ea typeface="Fira Code" panose="020B0604020202020204"/>
              <a:cs typeface="Fira Code" panose="020B0604020202020204"/>
              <a:sym typeface="Fira Code" panose="020B0604020202020204"/>
            </a:endParaRPr>
          </a:p>
        </p:txBody>
      </p:sp>
      <p:cxnSp>
        <p:nvCxnSpPr>
          <p:cNvPr id="647" name="Google Shape;647;p8"/>
          <p:cNvCxnSpPr/>
          <p:nvPr/>
        </p:nvCxnSpPr>
        <p:spPr>
          <a:xfrm flipH="1">
            <a:off x="1337945" y="1131570"/>
            <a:ext cx="1270" cy="1728470"/>
          </a:xfrm>
          <a:prstGeom prst="straightConnector1">
            <a:avLst/>
          </a:prstGeom>
          <a:noFill/>
          <a:ln w="9525" cap="flat" cmpd="sng">
            <a:solidFill>
              <a:schemeClr val="accent4"/>
            </a:solidFill>
            <a:prstDash val="solid"/>
            <a:round/>
            <a:headEnd type="none" w="sm" len="sm"/>
            <a:tailEnd type="none" w="sm" len="sm"/>
          </a:ln>
        </p:spPr>
      </p:cxnSp>
      <p:sp>
        <p:nvSpPr>
          <p:cNvPr id="650" name="Google Shape;650;p8"/>
          <p:cNvSpPr/>
          <p:nvPr/>
        </p:nvSpPr>
        <p:spPr>
          <a:xfrm>
            <a:off x="1280125" y="2218446"/>
            <a:ext cx="115500" cy="115500"/>
          </a:xfrm>
          <a:prstGeom prst="ellipse">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cxnSp>
        <p:nvCxnSpPr>
          <p:cNvPr id="651" name="Google Shape;651;p8"/>
          <p:cNvCxnSpPr/>
          <p:nvPr/>
        </p:nvCxnSpPr>
        <p:spPr>
          <a:xfrm>
            <a:off x="1339145" y="2860333"/>
            <a:ext cx="1152000" cy="0"/>
          </a:xfrm>
          <a:prstGeom prst="straightConnector1">
            <a:avLst/>
          </a:prstGeom>
          <a:noFill/>
          <a:ln w="9525" cap="flat" cmpd="sng">
            <a:solidFill>
              <a:schemeClr val="accent4"/>
            </a:solidFill>
            <a:prstDash val="solid"/>
            <a:round/>
            <a:headEnd type="none" w="sm" len="sm"/>
            <a:tailEnd type="none" w="sm" len="sm"/>
          </a:ln>
        </p:spPr>
      </p:cxnSp>
      <p:sp>
        <p:nvSpPr>
          <p:cNvPr id="652" name="Google Shape;652;p8"/>
          <p:cNvSpPr/>
          <p:nvPr/>
        </p:nvSpPr>
        <p:spPr>
          <a:xfrm>
            <a:off x="1280125" y="2941004"/>
            <a:ext cx="115500" cy="115500"/>
          </a:xfrm>
          <a:prstGeom prst="ellipse">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4" name="Google Shape;654;p8"/>
          <p:cNvSpPr/>
          <p:nvPr/>
        </p:nvSpPr>
        <p:spPr>
          <a:xfrm>
            <a:off x="1280125" y="3663563"/>
            <a:ext cx="115500" cy="115500"/>
          </a:xfrm>
          <a:prstGeom prst="ellipse">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endPar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endParaRPr>
          </a:p>
        </p:txBody>
      </p:sp>
      <p:sp>
        <p:nvSpPr>
          <p:cNvPr id="2"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9" name="Google Shape;489;p3"/>
          <p:cNvSpPr txBox="1">
            <a:spLocks noGrp="1"/>
          </p:cNvSpPr>
          <p:nvPr>
            <p:ph type="title" idx="9"/>
          </p:nvPr>
        </p:nvSpPr>
        <p:spPr>
          <a:xfrm>
            <a:off x="1043305" y="699770"/>
            <a:ext cx="8013700" cy="72453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s-AR" altLang="en-GB" sz="2000"/>
              <a:t> </a:t>
            </a:r>
            <a:r>
              <a:rPr lang="en-GB" sz="2000">
                <a:solidFill>
                  <a:schemeClr val="accent6"/>
                </a:solidFill>
              </a:rPr>
              <a:t>{</a:t>
            </a:r>
            <a:endParaRPr sz="2000">
              <a:solidFill>
                <a:schemeClr val="accent6"/>
              </a:solidFill>
            </a:endParaRPr>
          </a:p>
        </p:txBody>
      </p:sp>
      <p:grpSp>
        <p:nvGrpSpPr>
          <p:cNvPr id="490" name="Google Shape;490;p3"/>
          <p:cNvGrpSpPr/>
          <p:nvPr/>
        </p:nvGrpSpPr>
        <p:grpSpPr>
          <a:xfrm>
            <a:off x="1084825" y="1168950"/>
            <a:ext cx="506100" cy="3336020"/>
            <a:chOff x="1084825" y="1168950"/>
            <a:chExt cx="506100" cy="3336020"/>
          </a:xfrm>
        </p:grpSpPr>
        <p:sp>
          <p:nvSpPr>
            <p:cNvPr id="491" name="Google Shape;491;p3"/>
            <p:cNvSpPr txBox="1"/>
            <p:nvPr/>
          </p:nvSpPr>
          <p:spPr>
            <a:xfrm>
              <a:off x="1084825" y="3954425"/>
              <a:ext cx="506100" cy="550545"/>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panose="020B0604020202020204"/>
                <a:buNone/>
              </a:pPr>
              <a:r>
                <a:rPr lang="en-GB" sz="2400" b="0" i="0" u="none" strike="noStrike" cap="none">
                  <a:solidFill>
                    <a:schemeClr val="accent6"/>
                  </a:solidFill>
                  <a:latin typeface="Fira Code" panose="020B0604020202020204"/>
                  <a:ea typeface="Fira Code" panose="020B0604020202020204"/>
                  <a:cs typeface="Fira Code" panose="020B0604020202020204"/>
                  <a:sym typeface="Fira Code" panose="020B0604020202020204"/>
                </a:rPr>
                <a:t>}</a:t>
              </a:r>
              <a:endParaRPr lang="en-GB" sz="2400" b="0" i="0" u="none" strike="noStrike" cap="none">
                <a:solidFill>
                  <a:schemeClr val="accent6"/>
                </a:solidFill>
                <a:latin typeface="Fira Code" panose="020B0604020202020204"/>
                <a:ea typeface="Fira Code" panose="020B0604020202020204"/>
                <a:cs typeface="Fira Code" panose="020B0604020202020204"/>
                <a:sym typeface="Fira Code" panose="020B0604020202020204"/>
              </a:endParaRPr>
            </a:p>
          </p:txBody>
        </p:sp>
        <p:cxnSp>
          <p:nvCxnSpPr>
            <p:cNvPr id="492" name="Google Shape;492;p3"/>
            <p:cNvCxnSpPr/>
            <p:nvPr/>
          </p:nvCxnSpPr>
          <p:spPr>
            <a:xfrm>
              <a:off x="1337875" y="1168950"/>
              <a:ext cx="0" cy="2764500"/>
            </a:xfrm>
            <a:prstGeom prst="straightConnector1">
              <a:avLst/>
            </a:prstGeom>
            <a:noFill/>
            <a:ln w="9525" cap="flat" cmpd="sng">
              <a:solidFill>
                <a:schemeClr val="accent4"/>
              </a:solidFill>
              <a:prstDash val="solid"/>
              <a:round/>
              <a:headEnd type="none" w="sm" len="sm"/>
              <a:tailEnd type="none" w="sm" len="sm"/>
            </a:ln>
          </p:spPr>
        </p:cxnSp>
      </p:grpSp>
      <p:sp>
        <p:nvSpPr>
          <p:cNvPr id="471" name="Google Shape;471;p2"/>
          <p:cNvSpPr txBox="1"/>
          <p:nvPr/>
        </p:nvSpPr>
        <p:spPr>
          <a:xfrm>
            <a:off x="1632446" y="1100970"/>
            <a:ext cx="6356985" cy="676910"/>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800"/>
              <a:buFont typeface="Fira Code" panose="020B0604020202020204"/>
              <a:buNone/>
              <a:defRPr sz="2800" b="0" i="0" u="none" strike="noStrike" cap="none">
                <a:solidFill>
                  <a:schemeClr val="lt1"/>
                </a:solidFill>
                <a:latin typeface="Fira Code" panose="020B0604020202020204"/>
                <a:ea typeface="Fira Code" panose="020B0604020202020204"/>
                <a:cs typeface="Fira Code" panose="020B0604020202020204"/>
                <a:sym typeface="Fira Code" panose="020B0604020202020204"/>
              </a:defRPr>
            </a:lvl1pPr>
            <a:lvl2pPr marR="0" lvl="1"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R="0" lvl="2"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R="0" lvl="3"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R="0" lvl="4"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R="0" lvl="5"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R="0" lvl="6"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R="0" lvl="7"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R="0" lvl="8"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2400" dirty="0"/>
              <a:t>[</a:t>
            </a:r>
            <a:r>
              <a:rPr lang="es-MX" altLang="es-AR" sz="2400" dirty="0"/>
              <a:t> </a:t>
            </a:r>
            <a:r>
              <a:rPr lang="es-ES" altLang="es-MX" sz="2400" dirty="0"/>
              <a:t>Introducción a </a:t>
            </a:r>
            <a:r>
              <a:rPr lang="es-ES" altLang="es-MX" sz="2400" dirty="0" err="1"/>
              <a:t>Node.Js</a:t>
            </a:r>
            <a:r>
              <a:rPr lang="es-ES" altLang="es-AR" sz="2400" dirty="0"/>
              <a:t> </a:t>
            </a:r>
            <a:r>
              <a:rPr lang="es-AR" altLang="en-GB" sz="2400" dirty="0"/>
              <a:t>]</a:t>
            </a:r>
            <a:r>
              <a:rPr lang="es-AR" altLang="en-GB" sz="2400" dirty="0">
                <a:sym typeface="+mn-ea"/>
              </a:rPr>
              <a:t> </a:t>
            </a:r>
            <a:r>
              <a:rPr lang="es-AR" altLang="en-GB" sz="2400" dirty="0">
                <a:solidFill>
                  <a:schemeClr val="accent2"/>
                </a:solidFill>
              </a:rPr>
              <a:t> </a:t>
            </a:r>
            <a:endParaRPr lang="es-AR" altLang="en-GB" sz="2400" dirty="0">
              <a:solidFill>
                <a:schemeClr val="accent2"/>
              </a:solidFill>
            </a:endParaRPr>
          </a:p>
        </p:txBody>
      </p:sp>
      <p:sp>
        <p:nvSpPr>
          <p:cNvPr id="466"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a:solidFill>
                  <a:schemeClr val="accent3"/>
                </a:solidFill>
              </a:rPr>
              <a:t>UNIDAD 4 - Programación del Lado del Servidor y Persistencia de Datos</a:t>
            </a:r>
            <a:endParaRPr lang="es-AR" altLang="en-GB" sz="1400">
              <a:solidFill>
                <a:schemeClr val="accent3"/>
              </a:solidFill>
            </a:endParaRP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endPar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endParaRPr>
          </a:p>
        </p:txBody>
      </p:sp>
      <p:sp>
        <p:nvSpPr>
          <p:cNvPr id="2"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pic>
        <p:nvPicPr>
          <p:cNvPr id="4" name="Imagen 3"/>
          <p:cNvPicPr>
            <a:picLocks noChangeAspect="1"/>
          </p:cNvPicPr>
          <p:nvPr/>
        </p:nvPicPr>
        <p:blipFill>
          <a:blip r:embed="rId1"/>
          <a:stretch>
            <a:fillRect/>
          </a:stretch>
        </p:blipFill>
        <p:spPr>
          <a:xfrm>
            <a:off x="2610316" y="1834727"/>
            <a:ext cx="4401244" cy="2095830"/>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1"/>
          <p:cNvSpPr txBox="1">
            <a:spLocks noGrp="1"/>
          </p:cNvSpPr>
          <p:nvPr>
            <p:ph type="ctrTitle"/>
          </p:nvPr>
        </p:nvSpPr>
        <p:spPr>
          <a:xfrm>
            <a:off x="1413525" y="627360"/>
            <a:ext cx="5788800" cy="5175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pPr>
            <a:r>
              <a:rPr lang="es-AR" sz="2000"/>
              <a:t>¿Quién creo Node.js y con qué propósito? </a:t>
            </a:r>
            <a:r>
              <a:rPr lang="en-GB" sz="2000">
                <a:solidFill>
                  <a:schemeClr val="accent3"/>
                </a:solidFill>
              </a:rPr>
              <a:t>{</a:t>
            </a:r>
            <a:endParaRPr sz="2000">
              <a:solidFill>
                <a:schemeClr val="accent3"/>
              </a:solidFill>
            </a:endParaRPr>
          </a:p>
        </p:txBody>
      </p:sp>
      <p:sp>
        <p:nvSpPr>
          <p:cNvPr id="459" name="Google Shape;459;p1"/>
          <p:cNvSpPr txBox="1">
            <a:spLocks noGrp="1"/>
          </p:cNvSpPr>
          <p:nvPr>
            <p:ph type="subTitle" idx="1"/>
          </p:nvPr>
        </p:nvSpPr>
        <p:spPr>
          <a:xfrm>
            <a:off x="1551940" y="969327"/>
            <a:ext cx="5353020" cy="3137123"/>
          </a:xfrm>
          <a:prstGeom prst="rect">
            <a:avLst/>
          </a:prstGeom>
          <a:noFill/>
          <a:ln>
            <a:noFill/>
          </a:ln>
        </p:spPr>
        <p:txBody>
          <a:bodyPr spcFirstLastPara="1" wrap="square" lIns="91425" tIns="91425" rIns="91425" bIns="91425" anchor="ctr" anchorCtr="0">
            <a:noAutofit/>
          </a:bodyPr>
          <a:lstStyle/>
          <a:p>
            <a:pPr>
              <a:buFontTx/>
              <a:buChar char="-"/>
            </a:pPr>
            <a:r>
              <a:rPr lang="es-MX" sz="1400" dirty="0" smtClean="0"/>
              <a:t>Node.js </a:t>
            </a:r>
            <a:r>
              <a:rPr lang="es-MX" sz="1400" dirty="0"/>
              <a:t>fue creado en 2009 por </a:t>
            </a:r>
            <a:r>
              <a:rPr lang="es-MX" sz="1400" dirty="0" err="1"/>
              <a:t>Ryan</a:t>
            </a:r>
            <a:r>
              <a:rPr lang="es-MX" sz="1400" dirty="0"/>
              <a:t> </a:t>
            </a:r>
            <a:r>
              <a:rPr lang="es-MX" sz="1400" dirty="0" err="1"/>
              <a:t>Dahl</a:t>
            </a:r>
            <a:r>
              <a:rPr lang="es-MX" sz="1400" dirty="0"/>
              <a:t> con el objetivo de construir aplicaciones web rápidas y escalables usando JavaScript en el servidor. Se basa en un modelo de entrada/salida no bloqueante, lo que lo hace más eficiente que los métodos </a:t>
            </a:r>
            <a:r>
              <a:rPr lang="es-MX" sz="1400" dirty="0" smtClean="0"/>
              <a:t>tradicionales.</a:t>
            </a:r>
            <a:endParaRPr lang="es-MX" sz="1400" dirty="0" smtClean="0"/>
          </a:p>
          <a:p>
            <a:pPr>
              <a:buFontTx/>
              <a:buChar char="-"/>
            </a:pPr>
            <a:endParaRPr lang="es-MX" sz="1400" dirty="0" smtClean="0"/>
          </a:p>
          <a:p>
            <a:pPr>
              <a:buFontTx/>
              <a:buChar char="-"/>
            </a:pPr>
            <a:r>
              <a:rPr lang="es-MX" sz="1400" dirty="0" err="1"/>
              <a:t>D</a:t>
            </a:r>
            <a:r>
              <a:rPr lang="es-MX" sz="1400" dirty="0" err="1" smtClean="0"/>
              <a:t>ahl</a:t>
            </a:r>
            <a:r>
              <a:rPr lang="es-MX" sz="1400" dirty="0" smtClean="0"/>
              <a:t> </a:t>
            </a:r>
            <a:r>
              <a:rPr lang="es-MX" sz="1400" dirty="0"/>
              <a:t>buscó facilitar el uso de JavaScript tanto en el cliente como en el servidor, simplificando el desarrollo web. Hoy en día, Node.js es ampliamente usado para crear aplicaciones modernas de alto rendimiento</a:t>
            </a:r>
            <a:r>
              <a:rPr lang="es-MX" sz="1400" dirty="0" smtClean="0"/>
              <a:t>.</a:t>
            </a:r>
            <a:endParaRPr lang="es-MX" sz="1400" dirty="0"/>
          </a:p>
        </p:txBody>
      </p:sp>
      <p:grpSp>
        <p:nvGrpSpPr>
          <p:cNvPr id="462" name="Google Shape;462;p1"/>
          <p:cNvGrpSpPr/>
          <p:nvPr/>
        </p:nvGrpSpPr>
        <p:grpSpPr>
          <a:xfrm>
            <a:off x="1403350" y="1215390"/>
            <a:ext cx="506095" cy="3429588"/>
            <a:chOff x="1403365" y="1759900"/>
            <a:chExt cx="506100" cy="2873303"/>
          </a:xfrm>
        </p:grpSpPr>
        <p:cxnSp>
          <p:nvCxnSpPr>
            <p:cNvPr id="463" name="Google Shape;463;p1"/>
            <p:cNvCxnSpPr/>
            <p:nvPr/>
          </p:nvCxnSpPr>
          <p:spPr>
            <a:xfrm>
              <a:off x="1551956" y="1759900"/>
              <a:ext cx="0" cy="2490833"/>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a:xfrm>
              <a:off x="1403365" y="4223561"/>
              <a:ext cx="506100" cy="409642"/>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panose="020B0604020202020204"/>
                <a:buNone/>
              </a:pPr>
              <a:r>
                <a:rPr lang="en-GB" sz="20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rPr>
                <a:t>}</a:t>
              </a:r>
              <a:endParaRPr sz="20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endParaRPr>
            </a:p>
          </p:txBody>
        </p:sp>
      </p:grpSp>
      <p:sp>
        <p:nvSpPr>
          <p:cNvPr id="4"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a:solidFill>
                  <a:schemeClr val="accent3"/>
                </a:solidFill>
              </a:rPr>
              <a:t>UNIDAD 4 - Programación del Lado del Servidor y Persistencia de Datos</a:t>
            </a:r>
            <a:endParaRPr lang="es-AR" altLang="en-GB" sz="1400">
              <a:solidFill>
                <a:schemeClr val="accent3"/>
              </a:solidFill>
            </a:endParaRP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endPar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endParaRPr>
          </a:p>
        </p:txBody>
      </p:sp>
      <p:sp>
        <p:nvSpPr>
          <p:cNvPr id="3"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sp>
        <p:nvSpPr>
          <p:cNvPr id="7" name="Google Shape;465;p1"/>
          <p:cNvSpPr txBox="1"/>
          <p:nvPr/>
        </p:nvSpPr>
        <p:spPr>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1400">
                <a:sym typeface="+mn-ea"/>
              </a:rPr>
              <a:t>Introducción a Node.Js</a:t>
            </a:r>
            <a:endParaRPr lang="es-AR" altLang="es-MX" sz="1400">
              <a:solidFill>
                <a:schemeClr val="accent3"/>
              </a:solidFill>
            </a:endParaRPr>
          </a:p>
        </p:txBody>
      </p:sp>
      <p:pic>
        <p:nvPicPr>
          <p:cNvPr id="1026" name="Picture 2" descr="Ryan Dahl's talks, articles, workshops, certificate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904960" y="2371060"/>
            <a:ext cx="2239039" cy="223904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1"/>
          <p:cNvSpPr txBox="1">
            <a:spLocks noGrp="1"/>
          </p:cNvSpPr>
          <p:nvPr>
            <p:ph type="ctrTitle"/>
          </p:nvPr>
        </p:nvSpPr>
        <p:spPr>
          <a:xfrm>
            <a:off x="1413525" y="627360"/>
            <a:ext cx="5788800" cy="5175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pPr>
            <a:r>
              <a:rPr lang="es-AR" sz="2000"/>
              <a:t>¿Qué es Node.Js? </a:t>
            </a:r>
            <a:r>
              <a:rPr lang="en-GB" sz="2000">
                <a:solidFill>
                  <a:schemeClr val="accent3"/>
                </a:solidFill>
              </a:rPr>
              <a:t>{</a:t>
            </a:r>
            <a:endParaRPr sz="2000">
              <a:solidFill>
                <a:schemeClr val="accent3"/>
              </a:solidFill>
            </a:endParaRPr>
          </a:p>
        </p:txBody>
      </p:sp>
      <p:sp>
        <p:nvSpPr>
          <p:cNvPr id="459" name="Google Shape;459;p1"/>
          <p:cNvSpPr txBox="1">
            <a:spLocks noGrp="1"/>
          </p:cNvSpPr>
          <p:nvPr>
            <p:ph type="subTitle" idx="1"/>
          </p:nvPr>
        </p:nvSpPr>
        <p:spPr>
          <a:xfrm>
            <a:off x="2195830" y="1215390"/>
            <a:ext cx="6202680" cy="259334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GB" sz="1400"/>
              <a:t>&lt; </a:t>
            </a:r>
            <a:r>
              <a:rPr sz="1400"/>
              <a:t>Node.js es un entorno de tiempo de ejecución de JavaScript que se basa</a:t>
            </a:r>
            <a:r>
              <a:rPr lang="es-AR" sz="1400">
                <a:sym typeface="+mn-ea"/>
              </a:rPr>
              <a:t> en el motor JavaScript de Google Chrome, V8, que proporciona un alto rendimiento y una ejecución rápida de JavaScript en el servidor,</a:t>
            </a:r>
            <a:r>
              <a:rPr sz="1400"/>
              <a:t> para ejecutar código JavaScript fuera de un navegador web. Es decir, Node.js nos permite escribir aplicaciones del lado del servidor utilizando JavaScript.</a:t>
            </a:r>
            <a:endParaRPr sz="1400"/>
          </a:p>
          <a:p>
            <a:pPr marL="0" lvl="0" indent="0" algn="l" rtl="0">
              <a:lnSpc>
                <a:spcPct val="100000"/>
              </a:lnSpc>
              <a:spcBef>
                <a:spcPts val="0"/>
              </a:spcBef>
              <a:spcAft>
                <a:spcPts val="0"/>
              </a:spcAft>
              <a:buSzPts val="2800"/>
              <a:buNone/>
            </a:pPr>
            <a:endParaRPr sz="1400"/>
          </a:p>
          <a:p>
            <a:pPr marL="0" lvl="0" indent="0" algn="l" rtl="0">
              <a:lnSpc>
                <a:spcPct val="100000"/>
              </a:lnSpc>
              <a:spcBef>
                <a:spcPts val="0"/>
              </a:spcBef>
              <a:spcAft>
                <a:spcPts val="0"/>
              </a:spcAft>
              <a:buSzPts val="2800"/>
              <a:buNone/>
            </a:pPr>
            <a:r>
              <a:rPr lang="es-AR" sz="1400">
                <a:sym typeface="+mn-ea"/>
              </a:rPr>
              <a:t>Además, Node.js cuenta con una gran cantidad de módulos de terceros disponibles en su gestor de paquetes, npm, que permiten a los desarrolladores utilizar funcionalidades preconstruidas para construir aplicaciones más rápidamente. &gt;</a:t>
            </a:r>
            <a:endParaRPr sz="1400"/>
          </a:p>
          <a:p>
            <a:pPr marL="0" lvl="0" indent="0" algn="l" rtl="0">
              <a:lnSpc>
                <a:spcPct val="100000"/>
              </a:lnSpc>
              <a:spcBef>
                <a:spcPts val="0"/>
              </a:spcBef>
              <a:spcAft>
                <a:spcPts val="0"/>
              </a:spcAft>
              <a:buSzPts val="2800"/>
              <a:buNone/>
            </a:pPr>
            <a:endParaRPr sz="1400"/>
          </a:p>
          <a:p>
            <a:pPr marL="0" lvl="0" indent="0" algn="l" rtl="0">
              <a:lnSpc>
                <a:spcPct val="100000"/>
              </a:lnSpc>
              <a:spcBef>
                <a:spcPts val="0"/>
              </a:spcBef>
              <a:spcAft>
                <a:spcPts val="0"/>
              </a:spcAft>
              <a:buSzPts val="2800"/>
              <a:buNone/>
            </a:pPr>
            <a:endParaRPr lang="en-GB" sz="1400"/>
          </a:p>
        </p:txBody>
      </p:sp>
      <p:grpSp>
        <p:nvGrpSpPr>
          <p:cNvPr id="462" name="Google Shape;462;p1"/>
          <p:cNvGrpSpPr/>
          <p:nvPr/>
        </p:nvGrpSpPr>
        <p:grpSpPr>
          <a:xfrm>
            <a:off x="1403350" y="1215390"/>
            <a:ext cx="506095" cy="3429588"/>
            <a:chOff x="1403365" y="1759900"/>
            <a:chExt cx="506100" cy="2873303"/>
          </a:xfrm>
        </p:grpSpPr>
        <p:cxnSp>
          <p:nvCxnSpPr>
            <p:cNvPr id="463" name="Google Shape;463;p1"/>
            <p:cNvCxnSpPr/>
            <p:nvPr/>
          </p:nvCxnSpPr>
          <p:spPr>
            <a:xfrm>
              <a:off x="1551956" y="1759900"/>
              <a:ext cx="0" cy="2490833"/>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a:xfrm>
              <a:off x="1403365" y="4223561"/>
              <a:ext cx="506100" cy="409642"/>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panose="020B0604020202020204"/>
                <a:buNone/>
              </a:pPr>
              <a:r>
                <a:rPr lang="en-GB" sz="20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rPr>
                <a:t>}</a:t>
              </a:r>
              <a:endParaRPr sz="20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endParaRPr>
            </a:p>
          </p:txBody>
        </p:sp>
      </p:grpSp>
      <p:sp>
        <p:nvSpPr>
          <p:cNvPr id="4"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a:solidFill>
                  <a:schemeClr val="accent3"/>
                </a:solidFill>
              </a:rPr>
              <a:t>UNIDAD 4 - Programación del Lado del Servidor y Persistencia de Datos</a:t>
            </a:r>
            <a:endParaRPr lang="es-AR" altLang="en-GB" sz="1400">
              <a:solidFill>
                <a:schemeClr val="accent3"/>
              </a:solidFill>
            </a:endParaRPr>
          </a:p>
        </p:txBody>
      </p:sp>
      <p:sp>
        <p:nvSpPr>
          <p:cNvPr id="3" name="Google Shape;465;p1"/>
          <p:cNvSpPr txBox="1"/>
          <p:nvPr/>
        </p:nvSpPr>
        <p:spPr>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1400">
                <a:sym typeface="+mn-ea"/>
              </a:rPr>
              <a:t>Introducción a Node.Js</a:t>
            </a:r>
            <a:endParaRPr lang="es-AR" altLang="es-MX" sz="1400">
              <a:solidFill>
                <a:schemeClr val="accent3"/>
              </a:solidFill>
            </a:endParaRP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endPar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endParaRPr>
          </a:p>
        </p:txBody>
      </p:sp>
      <p:sp>
        <p:nvSpPr>
          <p:cNvPr id="5"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pic>
        <p:nvPicPr>
          <p:cNvPr id="11" name="Imagen 10"/>
          <p:cNvPicPr>
            <a:picLocks noChangeAspect="1"/>
          </p:cNvPicPr>
          <p:nvPr/>
        </p:nvPicPr>
        <p:blipFill>
          <a:blip r:embed="rId1"/>
          <a:stretch>
            <a:fillRect/>
          </a:stretch>
        </p:blipFill>
        <p:spPr>
          <a:xfrm>
            <a:off x="3001037" y="3636477"/>
            <a:ext cx="1857241" cy="884400"/>
          </a:xfrm>
          <a:prstGeom prst="rect">
            <a:avLst/>
          </a:prstGeom>
        </p:spPr>
      </p:pic>
      <p:pic>
        <p:nvPicPr>
          <p:cNvPr id="5122" name="Picture 2" descr="npm - Wikipedia, la enciclopedia lib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97170" y="3808730"/>
            <a:ext cx="1257585" cy="48941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grpSp>
        <p:nvGrpSpPr>
          <p:cNvPr id="551" name="Google Shape;551;p5"/>
          <p:cNvGrpSpPr/>
          <p:nvPr/>
        </p:nvGrpSpPr>
        <p:grpSpPr>
          <a:xfrm>
            <a:off x="1006475" y="1347470"/>
            <a:ext cx="506095" cy="3263764"/>
            <a:chOff x="1080380" y="3260196"/>
            <a:chExt cx="506100" cy="1177797"/>
          </a:xfrm>
        </p:grpSpPr>
        <p:cxnSp>
          <p:nvCxnSpPr>
            <p:cNvPr id="552" name="Google Shape;552;p5"/>
            <p:cNvCxnSpPr>
              <a:endCxn id="553" idx="0"/>
            </p:cNvCxnSpPr>
            <p:nvPr/>
          </p:nvCxnSpPr>
          <p:spPr>
            <a:xfrm flipH="1">
              <a:off x="1333747" y="3260196"/>
              <a:ext cx="8255" cy="1001355"/>
            </a:xfrm>
            <a:prstGeom prst="straightConnector1">
              <a:avLst/>
            </a:prstGeom>
            <a:noFill/>
            <a:ln w="9525" cap="flat" cmpd="sng">
              <a:solidFill>
                <a:schemeClr val="accent4"/>
              </a:solidFill>
              <a:prstDash val="solid"/>
              <a:round/>
              <a:headEnd type="none" w="sm" len="sm"/>
              <a:tailEnd type="none" w="sm" len="sm"/>
            </a:ln>
          </p:spPr>
        </p:cxnSp>
        <p:sp>
          <p:nvSpPr>
            <p:cNvPr id="553" name="Google Shape;553;p5"/>
            <p:cNvSpPr txBox="1"/>
            <p:nvPr/>
          </p:nvSpPr>
          <p:spPr>
            <a:xfrm>
              <a:off x="1080380" y="4261545"/>
              <a:ext cx="506100" cy="176448"/>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panose="020B0604020202020204"/>
                <a:buNone/>
              </a:pPr>
              <a:r>
                <a:rPr lang="en-GB" sz="2000" b="0" i="0" u="none" strike="noStrike" cap="none">
                  <a:solidFill>
                    <a:schemeClr val="accent6"/>
                  </a:solidFill>
                  <a:latin typeface="Fira Code" panose="020B0604020202020204"/>
                  <a:ea typeface="Fira Code" panose="020B0604020202020204"/>
                  <a:cs typeface="Fira Code" panose="020B0604020202020204"/>
                  <a:sym typeface="Fira Code" panose="020B0604020202020204"/>
                </a:rPr>
                <a:t>}</a:t>
              </a:r>
              <a:endParaRPr lang="en-GB" sz="2000" b="0" i="0" u="none" strike="noStrike" cap="none">
                <a:solidFill>
                  <a:schemeClr val="accent6"/>
                </a:solidFill>
                <a:latin typeface="Fira Code" panose="020B0604020202020204"/>
                <a:ea typeface="Fira Code" panose="020B0604020202020204"/>
                <a:cs typeface="Fira Code" panose="020B0604020202020204"/>
                <a:sym typeface="Fira Code" panose="020B0604020202020204"/>
              </a:endParaRPr>
            </a:p>
          </p:txBody>
        </p:sp>
      </p:grpSp>
      <p:sp>
        <p:nvSpPr>
          <p:cNvPr id="515" name="Google Shape;515;p5"/>
          <p:cNvSpPr txBox="1">
            <a:spLocks noGrp="1"/>
          </p:cNvSpPr>
          <p:nvPr>
            <p:ph type="title"/>
          </p:nvPr>
        </p:nvSpPr>
        <p:spPr>
          <a:xfrm>
            <a:off x="1153160" y="627380"/>
            <a:ext cx="7990840" cy="53086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sz="2000">
                <a:sym typeface="+mn-ea"/>
              </a:rPr>
              <a:t>Ejemplos de aplicaciones </a:t>
            </a:r>
            <a:r>
              <a:rPr lang="es-AR" sz="2000">
                <a:sym typeface="+mn-ea"/>
              </a:rPr>
              <a:t>que utilizan Node.Js</a:t>
            </a:r>
            <a:r>
              <a:rPr lang="es-AR" altLang="es-MX" sz="2000"/>
              <a:t> </a:t>
            </a:r>
            <a:r>
              <a:rPr lang="en-GB" sz="2000">
                <a:solidFill>
                  <a:schemeClr val="accent6"/>
                </a:solidFill>
              </a:rPr>
              <a:t>{</a:t>
            </a:r>
            <a:r>
              <a:rPr lang="en-GB" sz="2000"/>
              <a:t> </a:t>
            </a:r>
            <a:endParaRPr lang="en-GB" sz="2000"/>
          </a:p>
        </p:txBody>
      </p:sp>
      <p:sp>
        <p:nvSpPr>
          <p:cNvPr id="12" name="Google Shape;512;p5"/>
          <p:cNvSpPr txBox="1"/>
          <p:nvPr/>
        </p:nvSpPr>
        <p:spPr>
          <a:xfrm>
            <a:off x="1412240" y="2715895"/>
            <a:ext cx="5526405" cy="1499235"/>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2pPr>
            <a:lvl3pPr marL="1371600" marR="0" lvl="2"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3pPr>
            <a:lvl4pPr marL="1828800" marR="0" lvl="3"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4pPr>
            <a:lvl5pPr marL="2286000" marR="0" lvl="4"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5pPr>
            <a:lvl6pPr marL="2743200" marR="0" lvl="5"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6pPr>
            <a:lvl7pPr marL="3200400" marR="0" lvl="6"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7pPr>
            <a:lvl8pPr marL="3657600" marR="0" lvl="7"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8pPr>
            <a:lvl9pPr marL="4114800" marR="0" lvl="8"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s-AR" altLang="en-GB" b="1">
                <a:solidFill>
                  <a:srgbClr val="00B050"/>
                </a:solidFill>
                <a:sym typeface="+mn-ea"/>
              </a:rPr>
              <a:t>&lt;LinkedIn&gt;</a:t>
            </a:r>
            <a:r>
              <a:rPr lang="en-GB">
                <a:sym typeface="+mn-ea"/>
              </a:rPr>
              <a:t> </a:t>
            </a:r>
            <a:r>
              <a:rPr lang="es-AR" altLang="en-GB">
                <a:sym typeface="+mn-ea"/>
              </a:rPr>
              <a:t>{ LinkedIn utiliza Node.js para construir aplicaciones web escalables y de alta velocidad que pueden manejar grandes volúmenes de tráfico y datos. En particular, LinkedIn utiliza Node.js para construir su sistema de mensajería en tiempo real y su sistema de notificaciones. }</a:t>
            </a:r>
            <a:endParaRPr lang="es-AR" altLang="en-GB">
              <a:sym typeface="+mn-ea"/>
            </a:endParaRPr>
          </a:p>
        </p:txBody>
      </p:sp>
      <p:sp>
        <p:nvSpPr>
          <p:cNvPr id="4" name="Google Shape;512;p5"/>
          <p:cNvSpPr txBox="1"/>
          <p:nvPr/>
        </p:nvSpPr>
        <p:spPr>
          <a:xfrm>
            <a:off x="1412240" y="1365885"/>
            <a:ext cx="5666740" cy="1269365"/>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2pPr>
            <a:lvl3pPr marL="1371600" marR="0" lvl="2"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3pPr>
            <a:lvl4pPr marL="1828800" marR="0" lvl="3"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4pPr>
            <a:lvl5pPr marL="2286000" marR="0" lvl="4"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5pPr>
            <a:lvl6pPr marL="2743200" marR="0" lvl="5"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6pPr>
            <a:lvl7pPr marL="3200400" marR="0" lvl="6"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7pPr>
            <a:lvl8pPr marL="3657600" marR="0" lvl="7"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8pPr>
            <a:lvl9pPr marL="4114800" marR="0" lvl="8"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s-AR" altLang="en-GB" b="1" dirty="0">
                <a:solidFill>
                  <a:srgbClr val="00B050"/>
                </a:solidFill>
                <a:sym typeface="+mn-ea"/>
              </a:rPr>
              <a:t>&lt;</a:t>
            </a:r>
            <a:r>
              <a:rPr lang="es-AR" altLang="en-GB" b="1" dirty="0" err="1">
                <a:solidFill>
                  <a:srgbClr val="00B050"/>
                </a:solidFill>
                <a:sym typeface="+mn-ea"/>
              </a:rPr>
              <a:t>Netflix</a:t>
            </a:r>
            <a:r>
              <a:rPr lang="es-AR" altLang="en-GB" b="1" dirty="0">
                <a:solidFill>
                  <a:srgbClr val="00B050"/>
                </a:solidFill>
                <a:sym typeface="+mn-ea"/>
              </a:rPr>
              <a:t>&gt;</a:t>
            </a:r>
            <a:r>
              <a:rPr lang="en-GB" dirty="0">
                <a:sym typeface="+mn-ea"/>
              </a:rPr>
              <a:t> </a:t>
            </a:r>
            <a:r>
              <a:rPr lang="es-AR" altLang="en-GB" dirty="0">
                <a:sym typeface="+mn-ea"/>
              </a:rPr>
              <a:t>{ </a:t>
            </a:r>
            <a:r>
              <a:rPr dirty="0" err="1">
                <a:sym typeface="+mn-ea"/>
              </a:rPr>
              <a:t>es</a:t>
            </a:r>
            <a:r>
              <a:rPr dirty="0">
                <a:sym typeface="+mn-ea"/>
              </a:rPr>
              <a:t> </a:t>
            </a:r>
            <a:r>
              <a:rPr dirty="0" err="1">
                <a:sym typeface="+mn-ea"/>
              </a:rPr>
              <a:t>uno</a:t>
            </a:r>
            <a:r>
              <a:rPr dirty="0">
                <a:sym typeface="+mn-ea"/>
              </a:rPr>
              <a:t> de los </a:t>
            </a:r>
            <a:r>
              <a:rPr dirty="0" err="1">
                <a:sym typeface="+mn-ea"/>
              </a:rPr>
              <a:t>mayores</a:t>
            </a:r>
            <a:r>
              <a:rPr dirty="0">
                <a:sym typeface="+mn-ea"/>
              </a:rPr>
              <a:t> </a:t>
            </a:r>
            <a:r>
              <a:rPr dirty="0" err="1">
                <a:sym typeface="+mn-ea"/>
              </a:rPr>
              <a:t>usuarios</a:t>
            </a:r>
            <a:r>
              <a:rPr dirty="0">
                <a:sym typeface="+mn-ea"/>
              </a:rPr>
              <a:t> de Node.js y lo </a:t>
            </a:r>
            <a:r>
              <a:rPr dirty="0" err="1">
                <a:sym typeface="+mn-ea"/>
              </a:rPr>
              <a:t>utiliza</a:t>
            </a:r>
            <a:r>
              <a:rPr dirty="0">
                <a:sym typeface="+mn-ea"/>
              </a:rPr>
              <a:t> en gran parte de </a:t>
            </a:r>
            <a:r>
              <a:rPr dirty="0" err="1">
                <a:sym typeface="+mn-ea"/>
              </a:rPr>
              <a:t>su</a:t>
            </a:r>
            <a:r>
              <a:rPr dirty="0">
                <a:sym typeface="+mn-ea"/>
              </a:rPr>
              <a:t> </a:t>
            </a:r>
            <a:r>
              <a:rPr dirty="0" err="1">
                <a:sym typeface="+mn-ea"/>
              </a:rPr>
              <a:t>infraestructura</a:t>
            </a:r>
            <a:r>
              <a:rPr dirty="0">
                <a:sym typeface="+mn-ea"/>
              </a:rPr>
              <a:t> de back-end para </a:t>
            </a:r>
            <a:r>
              <a:rPr dirty="0" err="1">
                <a:sym typeface="+mn-ea"/>
              </a:rPr>
              <a:t>aplicaciones</a:t>
            </a:r>
            <a:r>
              <a:rPr dirty="0">
                <a:sym typeface="+mn-ea"/>
              </a:rPr>
              <a:t> de streaming de video. Netflix </a:t>
            </a:r>
            <a:r>
              <a:rPr dirty="0" err="1">
                <a:sym typeface="+mn-ea"/>
              </a:rPr>
              <a:t>utiliza</a:t>
            </a:r>
            <a:r>
              <a:rPr dirty="0">
                <a:sym typeface="+mn-ea"/>
              </a:rPr>
              <a:t> Node.js para </a:t>
            </a:r>
            <a:r>
              <a:rPr dirty="0" err="1">
                <a:sym typeface="+mn-ea"/>
              </a:rPr>
              <a:t>construir</a:t>
            </a:r>
            <a:r>
              <a:rPr dirty="0">
                <a:sym typeface="+mn-ea"/>
              </a:rPr>
              <a:t> </a:t>
            </a:r>
            <a:r>
              <a:rPr dirty="0" err="1">
                <a:sym typeface="+mn-ea"/>
              </a:rPr>
              <a:t>aplicaciones</a:t>
            </a:r>
            <a:r>
              <a:rPr dirty="0">
                <a:sym typeface="+mn-ea"/>
              </a:rPr>
              <a:t> web </a:t>
            </a:r>
            <a:r>
              <a:rPr dirty="0" err="1">
                <a:sym typeface="+mn-ea"/>
              </a:rPr>
              <a:t>escalables</a:t>
            </a:r>
            <a:r>
              <a:rPr dirty="0">
                <a:sym typeface="+mn-ea"/>
              </a:rPr>
              <a:t> y de </a:t>
            </a:r>
            <a:r>
              <a:rPr dirty="0" err="1">
                <a:sym typeface="+mn-ea"/>
              </a:rPr>
              <a:t>alta</a:t>
            </a:r>
            <a:r>
              <a:rPr dirty="0">
                <a:sym typeface="+mn-ea"/>
              </a:rPr>
              <a:t> </a:t>
            </a:r>
            <a:r>
              <a:rPr dirty="0" err="1">
                <a:sym typeface="+mn-ea"/>
              </a:rPr>
              <a:t>velocidad</a:t>
            </a:r>
            <a:r>
              <a:rPr dirty="0">
                <a:sym typeface="+mn-ea"/>
              </a:rPr>
              <a:t> </a:t>
            </a:r>
            <a:r>
              <a:rPr dirty="0" err="1">
                <a:sym typeface="+mn-ea"/>
              </a:rPr>
              <a:t>que</a:t>
            </a:r>
            <a:r>
              <a:rPr dirty="0">
                <a:sym typeface="+mn-ea"/>
              </a:rPr>
              <a:t> </a:t>
            </a:r>
            <a:r>
              <a:rPr dirty="0" err="1">
                <a:sym typeface="+mn-ea"/>
              </a:rPr>
              <a:t>pueden</a:t>
            </a:r>
            <a:r>
              <a:rPr dirty="0">
                <a:sym typeface="+mn-ea"/>
              </a:rPr>
              <a:t> </a:t>
            </a:r>
            <a:r>
              <a:rPr dirty="0" err="1">
                <a:sym typeface="+mn-ea"/>
              </a:rPr>
              <a:t>manejar</a:t>
            </a:r>
            <a:r>
              <a:rPr dirty="0">
                <a:sym typeface="+mn-ea"/>
              </a:rPr>
              <a:t> </a:t>
            </a:r>
            <a:r>
              <a:rPr dirty="0" err="1">
                <a:sym typeface="+mn-ea"/>
              </a:rPr>
              <a:t>grandes</a:t>
            </a:r>
            <a:r>
              <a:rPr dirty="0">
                <a:sym typeface="+mn-ea"/>
              </a:rPr>
              <a:t> </a:t>
            </a:r>
            <a:r>
              <a:rPr dirty="0" err="1">
                <a:sym typeface="+mn-ea"/>
              </a:rPr>
              <a:t>volúmenes</a:t>
            </a:r>
            <a:r>
              <a:rPr dirty="0">
                <a:sym typeface="+mn-ea"/>
              </a:rPr>
              <a:t> de </a:t>
            </a:r>
            <a:r>
              <a:rPr dirty="0" err="1">
                <a:sym typeface="+mn-ea"/>
              </a:rPr>
              <a:t>tráfico</a:t>
            </a:r>
            <a:r>
              <a:rPr dirty="0">
                <a:sym typeface="+mn-ea"/>
              </a:rPr>
              <a:t> y </a:t>
            </a:r>
            <a:r>
              <a:rPr dirty="0" err="1">
                <a:sym typeface="+mn-ea"/>
              </a:rPr>
              <a:t>datos</a:t>
            </a:r>
            <a:r>
              <a:rPr lang="es-AR" dirty="0">
                <a:sym typeface="+mn-ea"/>
              </a:rPr>
              <a:t>. </a:t>
            </a:r>
            <a:r>
              <a:rPr lang="es-AR" altLang="en-GB" dirty="0">
                <a:sym typeface="+mn-ea"/>
              </a:rPr>
              <a:t>}</a:t>
            </a:r>
            <a:endParaRPr lang="es-AR" altLang="en-GB" dirty="0">
              <a:sym typeface="+mn-ea"/>
            </a:endParaRPr>
          </a:p>
        </p:txBody>
      </p:sp>
      <p:pic>
        <p:nvPicPr>
          <p:cNvPr id="6" name="Picture 5" descr="C:\Users\IPF-451-00255\Documents\ARGENTINA PROGRAMA\UNIDAD 4\img\Netflix-logo.pngNetflix-logo"/>
          <p:cNvPicPr>
            <a:picLocks noChangeAspect="1"/>
          </p:cNvPicPr>
          <p:nvPr/>
        </p:nvPicPr>
        <p:blipFill>
          <a:blip r:embed="rId1"/>
          <a:srcRect/>
          <a:stretch>
            <a:fillRect/>
          </a:stretch>
        </p:blipFill>
        <p:spPr>
          <a:xfrm>
            <a:off x="7223125" y="1419860"/>
            <a:ext cx="1669415" cy="939165"/>
          </a:xfrm>
          <a:prstGeom prst="rect">
            <a:avLst/>
          </a:prstGeom>
        </p:spPr>
      </p:pic>
      <p:pic>
        <p:nvPicPr>
          <p:cNvPr id="7" name="Picture 6" descr="C:\Users\IPF-451-00255\Documents\ARGENTINA PROGRAMA\UNIDAD 4\img\Logo-Linkedin.pngLogo-Linkedin"/>
          <p:cNvPicPr>
            <a:picLocks noChangeAspect="1"/>
          </p:cNvPicPr>
          <p:nvPr/>
        </p:nvPicPr>
        <p:blipFill>
          <a:blip r:embed="rId2"/>
          <a:srcRect/>
          <a:stretch>
            <a:fillRect/>
          </a:stretch>
        </p:blipFill>
        <p:spPr>
          <a:xfrm>
            <a:off x="7112000" y="2787650"/>
            <a:ext cx="1920240" cy="1201420"/>
          </a:xfrm>
          <a:prstGeom prst="rect">
            <a:avLst/>
          </a:prstGeom>
        </p:spPr>
      </p:pic>
      <p:sp>
        <p:nvSpPr>
          <p:cNvPr id="5"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a:solidFill>
                  <a:schemeClr val="accent3"/>
                </a:solidFill>
              </a:rPr>
              <a:t>UNIDAD 4 - Programación del Lado del Servidor y Persistencia de Datos</a:t>
            </a:r>
            <a:endParaRPr lang="es-AR" altLang="en-GB" sz="1400">
              <a:solidFill>
                <a:schemeClr val="accent3"/>
              </a:solidFill>
            </a:endParaRPr>
          </a:p>
        </p:txBody>
      </p:sp>
      <p:sp>
        <p:nvSpPr>
          <p:cNvPr id="8"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endPar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endParaRPr>
          </a:p>
        </p:txBody>
      </p:sp>
      <p:sp>
        <p:nvSpPr>
          <p:cNvPr id="9"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sp>
        <p:nvSpPr>
          <p:cNvPr id="10" name="Google Shape;465;p1"/>
          <p:cNvSpPr txBox="1"/>
          <p:nvPr/>
        </p:nvSpPr>
        <p:spPr>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1400">
                <a:sym typeface="+mn-ea"/>
              </a:rPr>
              <a:t>Introducción a Node.Js</a:t>
            </a:r>
            <a:endParaRPr lang="es-AR" altLang="es-MX" sz="1400">
              <a:solidFill>
                <a:schemeClr val="accent3"/>
              </a:solidFil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grpSp>
        <p:nvGrpSpPr>
          <p:cNvPr id="551" name="Google Shape;551;p5"/>
          <p:cNvGrpSpPr/>
          <p:nvPr/>
        </p:nvGrpSpPr>
        <p:grpSpPr>
          <a:xfrm>
            <a:off x="1006475" y="1347470"/>
            <a:ext cx="506095" cy="3263764"/>
            <a:chOff x="1080380" y="3260196"/>
            <a:chExt cx="506100" cy="1177797"/>
          </a:xfrm>
        </p:grpSpPr>
        <p:cxnSp>
          <p:nvCxnSpPr>
            <p:cNvPr id="552" name="Google Shape;552;p5"/>
            <p:cNvCxnSpPr>
              <a:endCxn id="553" idx="0"/>
            </p:cNvCxnSpPr>
            <p:nvPr/>
          </p:nvCxnSpPr>
          <p:spPr>
            <a:xfrm flipH="1">
              <a:off x="1333747" y="3260196"/>
              <a:ext cx="8255" cy="1001355"/>
            </a:xfrm>
            <a:prstGeom prst="straightConnector1">
              <a:avLst/>
            </a:prstGeom>
            <a:noFill/>
            <a:ln w="9525" cap="flat" cmpd="sng">
              <a:solidFill>
                <a:schemeClr val="accent4"/>
              </a:solidFill>
              <a:prstDash val="solid"/>
              <a:round/>
              <a:headEnd type="none" w="sm" len="sm"/>
              <a:tailEnd type="none" w="sm" len="sm"/>
            </a:ln>
          </p:spPr>
        </p:cxnSp>
        <p:sp>
          <p:nvSpPr>
            <p:cNvPr id="553" name="Google Shape;553;p5"/>
            <p:cNvSpPr txBox="1"/>
            <p:nvPr/>
          </p:nvSpPr>
          <p:spPr>
            <a:xfrm>
              <a:off x="1080380" y="4261545"/>
              <a:ext cx="506100" cy="176448"/>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panose="020B0604020202020204"/>
                <a:buNone/>
              </a:pPr>
              <a:r>
                <a:rPr lang="en-GB" sz="2000" b="0" i="0" u="none" strike="noStrike" cap="none">
                  <a:solidFill>
                    <a:schemeClr val="accent6"/>
                  </a:solidFill>
                  <a:latin typeface="Fira Code" panose="020B0604020202020204"/>
                  <a:ea typeface="Fira Code" panose="020B0604020202020204"/>
                  <a:cs typeface="Fira Code" panose="020B0604020202020204"/>
                  <a:sym typeface="Fira Code" panose="020B0604020202020204"/>
                </a:rPr>
                <a:t>}</a:t>
              </a:r>
              <a:endParaRPr lang="en-GB" sz="2000" b="0" i="0" u="none" strike="noStrike" cap="none">
                <a:solidFill>
                  <a:schemeClr val="accent6"/>
                </a:solidFill>
                <a:latin typeface="Fira Code" panose="020B0604020202020204"/>
                <a:ea typeface="Fira Code" panose="020B0604020202020204"/>
                <a:cs typeface="Fira Code" panose="020B0604020202020204"/>
                <a:sym typeface="Fira Code" panose="020B0604020202020204"/>
              </a:endParaRPr>
            </a:p>
          </p:txBody>
        </p:sp>
      </p:grpSp>
      <p:sp>
        <p:nvSpPr>
          <p:cNvPr id="515" name="Google Shape;515;p5"/>
          <p:cNvSpPr txBox="1">
            <a:spLocks noGrp="1"/>
          </p:cNvSpPr>
          <p:nvPr>
            <p:ph type="title"/>
          </p:nvPr>
        </p:nvSpPr>
        <p:spPr>
          <a:xfrm>
            <a:off x="1259522" y="628765"/>
            <a:ext cx="4864868" cy="53086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s-MX" sz="2000" dirty="0" smtClean="0">
                <a:sym typeface="+mn-ea"/>
              </a:rPr>
              <a:t>A</a:t>
            </a:r>
            <a:r>
              <a:rPr sz="2000" dirty="0" err="1" smtClean="0">
                <a:sym typeface="+mn-ea"/>
              </a:rPr>
              <a:t>plicaciones</a:t>
            </a:r>
            <a:r>
              <a:rPr sz="2000" dirty="0" smtClean="0">
                <a:sym typeface="+mn-ea"/>
              </a:rPr>
              <a:t> </a:t>
            </a:r>
            <a:r>
              <a:rPr lang="es-AR" sz="2000" dirty="0">
                <a:sym typeface="+mn-ea"/>
              </a:rPr>
              <a:t>que utilizan </a:t>
            </a:r>
            <a:r>
              <a:rPr lang="es-AR" sz="2000" dirty="0" err="1">
                <a:sym typeface="+mn-ea"/>
              </a:rPr>
              <a:t>Node.Js</a:t>
            </a:r>
            <a:r>
              <a:rPr lang="es-AR" altLang="es-MX" sz="2000" dirty="0"/>
              <a:t> </a:t>
            </a:r>
            <a:r>
              <a:rPr lang="en-GB" sz="2000" dirty="0">
                <a:solidFill>
                  <a:schemeClr val="accent6"/>
                </a:solidFill>
              </a:rPr>
              <a:t>{</a:t>
            </a:r>
            <a:r>
              <a:rPr lang="en-GB" sz="2000" dirty="0"/>
              <a:t> </a:t>
            </a:r>
            <a:endParaRPr lang="en-GB" sz="2000" dirty="0"/>
          </a:p>
        </p:txBody>
      </p:sp>
      <p:sp>
        <p:nvSpPr>
          <p:cNvPr id="12" name="Google Shape;512;p5"/>
          <p:cNvSpPr txBox="1"/>
          <p:nvPr/>
        </p:nvSpPr>
        <p:spPr>
          <a:xfrm>
            <a:off x="1412240" y="2272435"/>
            <a:ext cx="5800090" cy="1499235"/>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2pPr>
            <a:lvl3pPr marL="1371600" marR="0" lvl="2"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3pPr>
            <a:lvl4pPr marL="1828800" marR="0" lvl="3"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4pPr>
            <a:lvl5pPr marL="2286000" marR="0" lvl="4"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5pPr>
            <a:lvl6pPr marL="2743200" marR="0" lvl="5"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6pPr>
            <a:lvl7pPr marL="3200400" marR="0" lvl="6"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7pPr>
            <a:lvl8pPr marL="3657600" marR="0" lvl="7"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8pPr>
            <a:lvl9pPr marL="4114800" marR="0" lvl="8"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s-AR" altLang="en-GB" b="1">
                <a:solidFill>
                  <a:srgbClr val="00B050"/>
                </a:solidFill>
                <a:sym typeface="+mn-ea"/>
              </a:rPr>
              <a:t>&lt;PayPal&gt;</a:t>
            </a:r>
            <a:r>
              <a:rPr lang="en-GB">
                <a:sym typeface="+mn-ea"/>
              </a:rPr>
              <a:t> </a:t>
            </a:r>
            <a:r>
              <a:rPr lang="es-AR" altLang="en-GB">
                <a:sym typeface="+mn-ea"/>
              </a:rPr>
              <a:t>{ PayPal utiliza Node.js para construir aplicaciones web escalables y de alta velocidad que pueden manejar grandes volúmenes de transacciones de pago en línea. }</a:t>
            </a:r>
            <a:endParaRPr lang="es-AR" altLang="en-GB">
              <a:sym typeface="+mn-ea"/>
            </a:endParaRPr>
          </a:p>
        </p:txBody>
      </p:sp>
      <p:sp>
        <p:nvSpPr>
          <p:cNvPr id="4" name="Google Shape;512;p5"/>
          <p:cNvSpPr txBox="1"/>
          <p:nvPr/>
        </p:nvSpPr>
        <p:spPr>
          <a:xfrm>
            <a:off x="1412240" y="1365885"/>
            <a:ext cx="5666740" cy="1269365"/>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2pPr>
            <a:lvl3pPr marL="1371600" marR="0" lvl="2"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3pPr>
            <a:lvl4pPr marL="1828800" marR="0" lvl="3"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4pPr>
            <a:lvl5pPr marL="2286000" marR="0" lvl="4"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5pPr>
            <a:lvl6pPr marL="2743200" marR="0" lvl="5"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6pPr>
            <a:lvl7pPr marL="3200400" marR="0" lvl="6"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7pPr>
            <a:lvl8pPr marL="3657600" marR="0" lvl="7"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8pPr>
            <a:lvl9pPr marL="4114800" marR="0" lvl="8"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s-AR" altLang="en-GB" b="1">
                <a:solidFill>
                  <a:srgbClr val="00B050"/>
                </a:solidFill>
                <a:sym typeface="+mn-ea"/>
              </a:rPr>
              <a:t>&lt;Uber&gt;</a:t>
            </a:r>
            <a:r>
              <a:rPr lang="en-GB">
                <a:sym typeface="+mn-ea"/>
              </a:rPr>
              <a:t> </a:t>
            </a:r>
            <a:r>
              <a:rPr lang="es-AR" altLang="en-GB">
                <a:sym typeface="+mn-ea"/>
              </a:rPr>
              <a:t>{ </a:t>
            </a:r>
            <a:r>
              <a:rPr>
                <a:sym typeface="+mn-ea"/>
              </a:rPr>
              <a:t>Uber utiliza Node.js para construir su aplicación de conductor y para construir sus servicios de back-end que manejan solicitudes de viajes y pagos.</a:t>
            </a:r>
            <a:r>
              <a:rPr lang="es-AR">
                <a:sym typeface="+mn-ea"/>
              </a:rPr>
              <a:t> </a:t>
            </a:r>
            <a:r>
              <a:rPr lang="es-AR" altLang="en-GB">
                <a:sym typeface="+mn-ea"/>
              </a:rPr>
              <a:t>}</a:t>
            </a:r>
            <a:endParaRPr lang="es-AR" altLang="en-GB">
              <a:sym typeface="+mn-ea"/>
            </a:endParaRPr>
          </a:p>
        </p:txBody>
      </p:sp>
      <p:pic>
        <p:nvPicPr>
          <p:cNvPr id="6" name="Picture 5" descr="C:\Users\IPF-451-00255\Documents\ARGENTINA PROGRAMA\UNIDAD 4\img\Uber-Logo.pngUber-Logo"/>
          <p:cNvPicPr>
            <a:picLocks noChangeAspect="1"/>
          </p:cNvPicPr>
          <p:nvPr/>
        </p:nvPicPr>
        <p:blipFill>
          <a:blip r:embed="rId1"/>
          <a:srcRect/>
          <a:stretch>
            <a:fillRect/>
          </a:stretch>
        </p:blipFill>
        <p:spPr>
          <a:xfrm>
            <a:off x="7419340" y="1635760"/>
            <a:ext cx="1231900" cy="697865"/>
          </a:xfrm>
          <a:prstGeom prst="rect">
            <a:avLst/>
          </a:prstGeom>
        </p:spPr>
      </p:pic>
      <p:pic>
        <p:nvPicPr>
          <p:cNvPr id="7" name="Picture 6" descr="C:\Users\IPF-451-00255\Documents\ARGENTINA PROGRAMA\UNIDAD 4\img\Paypal_2014_logo.pngPaypal_2014_logo"/>
          <p:cNvPicPr>
            <a:picLocks noChangeAspect="1"/>
          </p:cNvPicPr>
          <p:nvPr/>
        </p:nvPicPr>
        <p:blipFill>
          <a:blip r:embed="rId2"/>
          <a:srcRect/>
          <a:stretch>
            <a:fillRect/>
          </a:stretch>
        </p:blipFill>
        <p:spPr>
          <a:xfrm>
            <a:off x="7223126" y="2620415"/>
            <a:ext cx="1165860" cy="1151255"/>
          </a:xfrm>
          <a:prstGeom prst="rect">
            <a:avLst/>
          </a:prstGeom>
        </p:spPr>
      </p:pic>
      <p:sp>
        <p:nvSpPr>
          <p:cNvPr id="5"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a:solidFill>
                  <a:schemeClr val="accent3"/>
                </a:solidFill>
              </a:rPr>
              <a:t>UNIDAD 4 - Programación del Lado del Servidor y Persistencia de Datos</a:t>
            </a:r>
            <a:endParaRPr lang="es-AR" altLang="en-GB" sz="1400">
              <a:solidFill>
                <a:schemeClr val="accent3"/>
              </a:solidFill>
            </a:endParaRPr>
          </a:p>
        </p:txBody>
      </p:sp>
      <p:sp>
        <p:nvSpPr>
          <p:cNvPr id="8"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endPar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endParaRPr>
          </a:p>
        </p:txBody>
      </p:sp>
      <p:sp>
        <p:nvSpPr>
          <p:cNvPr id="9"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sp>
        <p:nvSpPr>
          <p:cNvPr id="10" name="Google Shape;465;p1"/>
          <p:cNvSpPr txBox="1"/>
          <p:nvPr/>
        </p:nvSpPr>
        <p:spPr>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1400">
                <a:sym typeface="+mn-ea"/>
              </a:rPr>
              <a:t>Introducción a Node.Js</a:t>
            </a:r>
            <a:endParaRPr lang="es-AR" altLang="es-MX" sz="1400">
              <a:solidFill>
                <a:schemeClr val="accent3"/>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1"/>
          <p:cNvSpPr txBox="1">
            <a:spLocks noGrp="1"/>
          </p:cNvSpPr>
          <p:nvPr>
            <p:ph type="ctrTitle"/>
          </p:nvPr>
        </p:nvSpPr>
        <p:spPr>
          <a:xfrm>
            <a:off x="1403985" y="495300"/>
            <a:ext cx="7717155" cy="51752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pPr>
            <a:r>
              <a:rPr lang="es-AR" sz="2000" dirty="0">
                <a:sym typeface="+mn-ea"/>
              </a:rPr>
              <a:t>Ventajas </a:t>
            </a:r>
            <a:r>
              <a:rPr lang="es-AR" sz="2000" dirty="0" smtClean="0">
                <a:sym typeface="+mn-ea"/>
              </a:rPr>
              <a:t>de </a:t>
            </a:r>
            <a:r>
              <a:rPr lang="es-AR" sz="2000" dirty="0" err="1">
                <a:sym typeface="+mn-ea"/>
              </a:rPr>
              <a:t>Node.Js</a:t>
            </a:r>
            <a:r>
              <a:rPr lang="en-GB" sz="2000" dirty="0"/>
              <a:t> </a:t>
            </a:r>
            <a:r>
              <a:rPr lang="en-GB" sz="2000" dirty="0">
                <a:solidFill>
                  <a:schemeClr val="accent2"/>
                </a:solidFill>
              </a:rPr>
              <a:t> </a:t>
            </a:r>
            <a:r>
              <a:rPr lang="en-GB" sz="2000" dirty="0">
                <a:solidFill>
                  <a:schemeClr val="accent3"/>
                </a:solidFill>
              </a:rPr>
              <a:t>{</a:t>
            </a:r>
            <a:endParaRPr sz="2000" dirty="0">
              <a:solidFill>
                <a:schemeClr val="accent3"/>
              </a:solidFill>
            </a:endParaRPr>
          </a:p>
        </p:txBody>
      </p:sp>
      <p:grpSp>
        <p:nvGrpSpPr>
          <p:cNvPr id="462" name="Google Shape;462;p1"/>
          <p:cNvGrpSpPr/>
          <p:nvPr/>
        </p:nvGrpSpPr>
        <p:grpSpPr>
          <a:xfrm>
            <a:off x="1388745" y="1059816"/>
            <a:ext cx="506095" cy="3451172"/>
            <a:chOff x="1388760" y="1449985"/>
            <a:chExt cx="506100" cy="2575481"/>
          </a:xfrm>
        </p:grpSpPr>
        <p:cxnSp>
          <p:nvCxnSpPr>
            <p:cNvPr id="463" name="Google Shape;463;p1"/>
            <p:cNvCxnSpPr/>
            <p:nvPr/>
          </p:nvCxnSpPr>
          <p:spPr>
            <a:xfrm>
              <a:off x="1548146" y="1449985"/>
              <a:ext cx="3810" cy="2073211"/>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a:xfrm>
              <a:off x="1388760" y="3660581"/>
              <a:ext cx="506100" cy="36488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panose="020B0604020202020204"/>
                <a:buNone/>
              </a:pPr>
              <a:r>
                <a:rPr lang="en-GB" sz="20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rPr>
                <a:t>}</a:t>
              </a:r>
              <a:endParaRPr sz="20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endParaRPr>
            </a:p>
          </p:txBody>
        </p:sp>
      </p:grpSp>
      <p:sp>
        <p:nvSpPr>
          <p:cNvPr id="650" name="Google Shape;650;p8"/>
          <p:cNvSpPr/>
          <p:nvPr/>
        </p:nvSpPr>
        <p:spPr>
          <a:xfrm>
            <a:off x="1280125" y="2218446"/>
            <a:ext cx="115500" cy="115500"/>
          </a:xfrm>
          <a:prstGeom prst="ellipse">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2" name="Google Shape;652;p8"/>
          <p:cNvSpPr/>
          <p:nvPr/>
        </p:nvSpPr>
        <p:spPr>
          <a:xfrm>
            <a:off x="1280125" y="2941004"/>
            <a:ext cx="115500" cy="115500"/>
          </a:xfrm>
          <a:prstGeom prst="ellipse">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4" name="Google Shape;654;p8"/>
          <p:cNvSpPr/>
          <p:nvPr/>
        </p:nvSpPr>
        <p:spPr>
          <a:xfrm>
            <a:off x="1280125" y="3663563"/>
            <a:ext cx="115500" cy="115500"/>
          </a:xfrm>
          <a:prstGeom prst="ellipse">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a:solidFill>
                  <a:schemeClr val="accent3"/>
                </a:solidFill>
              </a:rPr>
              <a:t>UNIDAD 4 - Programación del Lado del Servidor y Persistencia de Datos</a:t>
            </a:r>
            <a:endParaRPr lang="es-AR" altLang="en-GB" sz="1400">
              <a:solidFill>
                <a:schemeClr val="accent3"/>
              </a:solidFill>
            </a:endParaRP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endPar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endParaRPr>
          </a:p>
        </p:txBody>
      </p:sp>
      <p:sp>
        <p:nvSpPr>
          <p:cNvPr id="4"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sp>
        <p:nvSpPr>
          <p:cNvPr id="5" name="Google Shape;465;p1"/>
          <p:cNvSpPr txBox="1"/>
          <p:nvPr/>
        </p:nvSpPr>
        <p:spPr>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1400">
                <a:sym typeface="+mn-ea"/>
              </a:rPr>
              <a:t>Introducción a Node.Js</a:t>
            </a:r>
            <a:endParaRPr lang="es-AR" altLang="es-MX" sz="1400">
              <a:solidFill>
                <a:schemeClr val="accent3"/>
              </a:solidFill>
            </a:endParaRPr>
          </a:p>
        </p:txBody>
      </p:sp>
      <p:sp>
        <p:nvSpPr>
          <p:cNvPr id="2" name="Rectángulo 1"/>
          <p:cNvSpPr/>
          <p:nvPr/>
        </p:nvSpPr>
        <p:spPr>
          <a:xfrm>
            <a:off x="1894840" y="1096604"/>
            <a:ext cx="6262577" cy="3046988"/>
          </a:xfrm>
          <a:prstGeom prst="rect">
            <a:avLst/>
          </a:prstGeom>
        </p:spPr>
        <p:txBody>
          <a:bodyPr wrap="square">
            <a:spAutoFit/>
          </a:bodyPr>
          <a:lstStyle/>
          <a:p>
            <a:r>
              <a:rPr lang="es-MX" sz="1200" b="1" dirty="0">
                <a:solidFill>
                  <a:schemeClr val="accent6"/>
                </a:solidFill>
              </a:rPr>
              <a:t>🔁 JavaScript en ambos lados</a:t>
            </a:r>
            <a:br>
              <a:rPr lang="es-MX" sz="1200" dirty="0">
                <a:solidFill>
                  <a:schemeClr val="accent6"/>
                </a:solidFill>
              </a:rPr>
            </a:br>
            <a:r>
              <a:rPr lang="es-MX" sz="1200" dirty="0">
                <a:solidFill>
                  <a:schemeClr val="accent6"/>
                </a:solidFill>
              </a:rPr>
              <a:t>Permite usar JavaScript tanto en el cliente como en el servidor, lo que simplifica el desarrollo web</a:t>
            </a:r>
            <a:r>
              <a:rPr lang="es-MX" sz="1200" dirty="0" smtClean="0">
                <a:solidFill>
                  <a:schemeClr val="accent6"/>
                </a:solidFill>
              </a:rPr>
              <a:t>.</a:t>
            </a:r>
            <a:endParaRPr lang="es-MX" sz="1200" dirty="0" smtClean="0">
              <a:solidFill>
                <a:schemeClr val="accent6"/>
              </a:solidFill>
            </a:endParaRPr>
          </a:p>
          <a:p>
            <a:endParaRPr lang="es-MX" sz="1200" dirty="0">
              <a:solidFill>
                <a:schemeClr val="accent6"/>
              </a:solidFill>
            </a:endParaRPr>
          </a:p>
          <a:p>
            <a:r>
              <a:rPr lang="es-MX" sz="1200" b="1" dirty="0">
                <a:solidFill>
                  <a:schemeClr val="accent6"/>
                </a:solidFill>
              </a:rPr>
              <a:t>⚡ Modelo no bloqueante</a:t>
            </a:r>
            <a:br>
              <a:rPr lang="es-MX" sz="1200" dirty="0">
                <a:solidFill>
                  <a:schemeClr val="accent6"/>
                </a:solidFill>
              </a:rPr>
            </a:br>
            <a:r>
              <a:rPr lang="es-MX" sz="1200" dirty="0">
                <a:solidFill>
                  <a:schemeClr val="accent6"/>
                </a:solidFill>
              </a:rPr>
              <a:t>Utiliza un modelo asincrónico basado en eventos, ideal para manejar muchas conexiones al mismo tiempo con alta eficiencia.</a:t>
            </a:r>
            <a:endParaRPr lang="es-MX" sz="1200" dirty="0">
              <a:solidFill>
                <a:schemeClr val="accent6"/>
              </a:solidFill>
            </a:endParaRPr>
          </a:p>
          <a:p>
            <a:endParaRPr lang="es-MX" sz="1200" b="1" dirty="0" smtClean="0">
              <a:solidFill>
                <a:schemeClr val="accent6"/>
              </a:solidFill>
            </a:endParaRPr>
          </a:p>
          <a:p>
            <a:r>
              <a:rPr lang="es-MX" sz="1200" b="1" dirty="0" smtClean="0">
                <a:solidFill>
                  <a:schemeClr val="accent6"/>
                </a:solidFill>
              </a:rPr>
              <a:t>📦 </a:t>
            </a:r>
            <a:r>
              <a:rPr lang="es-MX" sz="1200" b="1" dirty="0">
                <a:solidFill>
                  <a:schemeClr val="accent6"/>
                </a:solidFill>
              </a:rPr>
              <a:t>Ecosistema de módulos (</a:t>
            </a:r>
            <a:r>
              <a:rPr lang="es-MX" sz="1200" b="1" dirty="0" err="1">
                <a:solidFill>
                  <a:schemeClr val="accent6"/>
                </a:solidFill>
              </a:rPr>
              <a:t>npm</a:t>
            </a:r>
            <a:r>
              <a:rPr lang="es-MX" sz="1200" b="1" dirty="0">
                <a:solidFill>
                  <a:schemeClr val="accent6"/>
                </a:solidFill>
              </a:rPr>
              <a:t>)</a:t>
            </a:r>
            <a:br>
              <a:rPr lang="es-MX" sz="1200" dirty="0">
                <a:solidFill>
                  <a:schemeClr val="accent6"/>
                </a:solidFill>
              </a:rPr>
            </a:br>
            <a:r>
              <a:rPr lang="es-MX" sz="1200" dirty="0">
                <a:solidFill>
                  <a:schemeClr val="accent6"/>
                </a:solidFill>
              </a:rPr>
              <a:t>Cuenta con miles de paquetes que agilizan el desarrollo de aplicaciones modernas.</a:t>
            </a:r>
            <a:endParaRPr lang="es-MX" sz="1200" dirty="0">
              <a:solidFill>
                <a:schemeClr val="accent6"/>
              </a:solidFill>
            </a:endParaRPr>
          </a:p>
          <a:p>
            <a:endParaRPr lang="es-MX" sz="1200" b="1" dirty="0" smtClean="0">
              <a:solidFill>
                <a:schemeClr val="accent6"/>
              </a:solidFill>
            </a:endParaRPr>
          </a:p>
          <a:p>
            <a:r>
              <a:rPr lang="es-MX" sz="1200" b="1" dirty="0" smtClean="0">
                <a:solidFill>
                  <a:schemeClr val="accent6"/>
                </a:solidFill>
              </a:rPr>
              <a:t>💻 </a:t>
            </a:r>
            <a:r>
              <a:rPr lang="es-MX" sz="1200" b="1" dirty="0">
                <a:solidFill>
                  <a:schemeClr val="accent6"/>
                </a:solidFill>
              </a:rPr>
              <a:t>Multiplataforma</a:t>
            </a:r>
            <a:br>
              <a:rPr lang="es-MX" sz="1200" dirty="0">
                <a:solidFill>
                  <a:schemeClr val="accent6"/>
                </a:solidFill>
              </a:rPr>
            </a:br>
            <a:r>
              <a:rPr lang="es-MX" sz="1200" dirty="0">
                <a:solidFill>
                  <a:schemeClr val="accent6"/>
                </a:solidFill>
              </a:rPr>
              <a:t>Funciona en Windows, </a:t>
            </a:r>
            <a:r>
              <a:rPr lang="es-MX" sz="1200" dirty="0" err="1">
                <a:solidFill>
                  <a:schemeClr val="accent6"/>
                </a:solidFill>
              </a:rPr>
              <a:t>macOS</a:t>
            </a:r>
            <a:r>
              <a:rPr lang="es-MX" sz="1200" dirty="0">
                <a:solidFill>
                  <a:schemeClr val="accent6"/>
                </a:solidFill>
              </a:rPr>
              <a:t> y Linux sin necesidad de modificar el código.</a:t>
            </a:r>
            <a:endParaRPr lang="es-MX" sz="1200" dirty="0">
              <a:solidFill>
                <a:schemeClr val="accent6"/>
              </a:solidFill>
            </a:endParaRPr>
          </a:p>
          <a:p>
            <a:endParaRPr lang="es-MX" sz="1200" b="1" dirty="0" smtClean="0">
              <a:solidFill>
                <a:schemeClr val="accent6"/>
              </a:solidFill>
            </a:endParaRPr>
          </a:p>
          <a:p>
            <a:r>
              <a:rPr lang="es-MX" sz="1200" b="1" dirty="0" smtClean="0">
                <a:solidFill>
                  <a:schemeClr val="accent6"/>
                </a:solidFill>
              </a:rPr>
              <a:t>🚀 </a:t>
            </a:r>
            <a:r>
              <a:rPr lang="es-MX" sz="1200" b="1" dirty="0">
                <a:solidFill>
                  <a:schemeClr val="accent6"/>
                </a:solidFill>
              </a:rPr>
              <a:t>Gran rendimiento</a:t>
            </a:r>
            <a:br>
              <a:rPr lang="es-MX" sz="1200" dirty="0">
                <a:solidFill>
                  <a:schemeClr val="accent6"/>
                </a:solidFill>
              </a:rPr>
            </a:br>
            <a:r>
              <a:rPr lang="es-MX" sz="1200" dirty="0">
                <a:solidFill>
                  <a:schemeClr val="accent6"/>
                </a:solidFill>
              </a:rPr>
              <a:t>Opera con el motor V8 de </a:t>
            </a:r>
            <a:r>
              <a:rPr lang="es-MX" sz="1200" dirty="0" err="1">
                <a:solidFill>
                  <a:schemeClr val="accent6"/>
                </a:solidFill>
              </a:rPr>
              <a:t>Chrome</a:t>
            </a:r>
            <a:r>
              <a:rPr lang="es-MX" sz="1200" dirty="0">
                <a:solidFill>
                  <a:schemeClr val="accent6"/>
                </a:solidFill>
              </a:rPr>
              <a:t>, que proporciona alta velocidad de ejecución.</a:t>
            </a:r>
            <a:endParaRPr lang="es-MX" sz="1200" dirty="0">
              <a:solidFill>
                <a:schemeClr val="accent6"/>
              </a:solidFil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1"/>
          <p:cNvSpPr txBox="1">
            <a:spLocks noGrp="1"/>
          </p:cNvSpPr>
          <p:nvPr>
            <p:ph type="ctrTitle"/>
          </p:nvPr>
        </p:nvSpPr>
        <p:spPr>
          <a:xfrm>
            <a:off x="1403985" y="495300"/>
            <a:ext cx="7717155" cy="51752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pPr>
            <a:r>
              <a:rPr lang="es-AR" sz="2000" dirty="0" smtClean="0">
                <a:sym typeface="+mn-ea"/>
              </a:rPr>
              <a:t>Desventajas </a:t>
            </a:r>
            <a:r>
              <a:rPr lang="es-AR" sz="2000" dirty="0">
                <a:sym typeface="+mn-ea"/>
              </a:rPr>
              <a:t>de </a:t>
            </a:r>
            <a:r>
              <a:rPr lang="es-AR" sz="2000" dirty="0" err="1">
                <a:sym typeface="+mn-ea"/>
              </a:rPr>
              <a:t>Node.Js</a:t>
            </a:r>
            <a:r>
              <a:rPr lang="en-GB" sz="2000" dirty="0"/>
              <a:t> </a:t>
            </a:r>
            <a:r>
              <a:rPr lang="en-GB" sz="2000" dirty="0">
                <a:solidFill>
                  <a:schemeClr val="accent2"/>
                </a:solidFill>
              </a:rPr>
              <a:t> </a:t>
            </a:r>
            <a:r>
              <a:rPr lang="en-GB" sz="2000" dirty="0">
                <a:solidFill>
                  <a:schemeClr val="accent3"/>
                </a:solidFill>
              </a:rPr>
              <a:t>{</a:t>
            </a:r>
            <a:endParaRPr sz="2000" dirty="0">
              <a:solidFill>
                <a:schemeClr val="accent3"/>
              </a:solidFill>
            </a:endParaRPr>
          </a:p>
        </p:txBody>
      </p:sp>
      <p:grpSp>
        <p:nvGrpSpPr>
          <p:cNvPr id="462" name="Google Shape;462;p1"/>
          <p:cNvGrpSpPr/>
          <p:nvPr/>
        </p:nvGrpSpPr>
        <p:grpSpPr>
          <a:xfrm>
            <a:off x="1388745" y="1059816"/>
            <a:ext cx="506095" cy="3451172"/>
            <a:chOff x="1388760" y="1449985"/>
            <a:chExt cx="506100" cy="2575481"/>
          </a:xfrm>
        </p:grpSpPr>
        <p:cxnSp>
          <p:nvCxnSpPr>
            <p:cNvPr id="463" name="Google Shape;463;p1"/>
            <p:cNvCxnSpPr/>
            <p:nvPr/>
          </p:nvCxnSpPr>
          <p:spPr>
            <a:xfrm>
              <a:off x="1548146" y="1449985"/>
              <a:ext cx="3810" cy="2073211"/>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a:xfrm>
              <a:off x="1388760" y="3660581"/>
              <a:ext cx="506100" cy="36488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panose="020B0604020202020204"/>
                <a:buNone/>
              </a:pPr>
              <a:r>
                <a:rPr lang="en-GB" sz="20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rPr>
                <a:t>}</a:t>
              </a:r>
              <a:endParaRPr sz="20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endParaRPr>
            </a:p>
          </p:txBody>
        </p:sp>
      </p:grpSp>
      <p:sp>
        <p:nvSpPr>
          <p:cNvPr id="650" name="Google Shape;650;p8"/>
          <p:cNvSpPr/>
          <p:nvPr/>
        </p:nvSpPr>
        <p:spPr>
          <a:xfrm>
            <a:off x="1280125" y="2218446"/>
            <a:ext cx="115500" cy="115500"/>
          </a:xfrm>
          <a:prstGeom prst="ellipse">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2" name="Google Shape;652;p8"/>
          <p:cNvSpPr/>
          <p:nvPr/>
        </p:nvSpPr>
        <p:spPr>
          <a:xfrm>
            <a:off x="1280125" y="2941004"/>
            <a:ext cx="115500" cy="115500"/>
          </a:xfrm>
          <a:prstGeom prst="ellipse">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4" name="Google Shape;654;p8"/>
          <p:cNvSpPr/>
          <p:nvPr/>
        </p:nvSpPr>
        <p:spPr>
          <a:xfrm>
            <a:off x="1280125" y="3663563"/>
            <a:ext cx="115500" cy="115500"/>
          </a:xfrm>
          <a:prstGeom prst="ellipse">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a:solidFill>
                  <a:schemeClr val="accent3"/>
                </a:solidFill>
              </a:rPr>
              <a:t>UNIDAD 4 - Programación del Lado del Servidor y Persistencia de Datos</a:t>
            </a:r>
            <a:endParaRPr lang="es-AR" altLang="en-GB" sz="1400">
              <a:solidFill>
                <a:schemeClr val="accent3"/>
              </a:solidFill>
            </a:endParaRP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endPar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endParaRPr>
          </a:p>
        </p:txBody>
      </p:sp>
      <p:sp>
        <p:nvSpPr>
          <p:cNvPr id="4"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sp>
        <p:nvSpPr>
          <p:cNvPr id="5" name="Google Shape;465;p1"/>
          <p:cNvSpPr txBox="1"/>
          <p:nvPr/>
        </p:nvSpPr>
        <p:spPr>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1400">
                <a:sym typeface="+mn-ea"/>
              </a:rPr>
              <a:t>Introducción a Node.Js</a:t>
            </a:r>
            <a:endParaRPr lang="es-AR" altLang="es-MX" sz="1400">
              <a:solidFill>
                <a:schemeClr val="accent3"/>
              </a:solidFill>
            </a:endParaRPr>
          </a:p>
        </p:txBody>
      </p:sp>
      <p:sp>
        <p:nvSpPr>
          <p:cNvPr id="2" name="Rectángulo 1"/>
          <p:cNvSpPr/>
          <p:nvPr/>
        </p:nvSpPr>
        <p:spPr>
          <a:xfrm>
            <a:off x="2190306" y="1128938"/>
            <a:ext cx="6198781" cy="2677656"/>
          </a:xfrm>
          <a:prstGeom prst="rect">
            <a:avLst/>
          </a:prstGeom>
        </p:spPr>
        <p:txBody>
          <a:bodyPr wrap="square">
            <a:spAutoFit/>
          </a:bodyPr>
          <a:lstStyle/>
          <a:p>
            <a:r>
              <a:rPr lang="es-MX" b="1" dirty="0" smtClean="0">
                <a:solidFill>
                  <a:schemeClr val="accent6"/>
                </a:solidFill>
              </a:rPr>
              <a:t>🏃 No </a:t>
            </a:r>
            <a:r>
              <a:rPr lang="es-MX" b="1" dirty="0">
                <a:solidFill>
                  <a:schemeClr val="accent6"/>
                </a:solidFill>
              </a:rPr>
              <a:t>ideal para operaciones intensivas de E/S</a:t>
            </a:r>
            <a:br>
              <a:rPr lang="es-MX" dirty="0">
                <a:solidFill>
                  <a:schemeClr val="accent6"/>
                </a:solidFill>
              </a:rPr>
            </a:br>
            <a:r>
              <a:rPr lang="es-MX" dirty="0">
                <a:solidFill>
                  <a:schemeClr val="accent6"/>
                </a:solidFill>
              </a:rPr>
              <a:t>Node.js no es adecuado para aplicaciones que requieren muchas operaciones de lectura/escritura en disco, ya que su modelo asincrónico no bloqueante no rinde bien en estos casos</a:t>
            </a:r>
            <a:r>
              <a:rPr lang="es-MX" dirty="0" smtClean="0">
                <a:solidFill>
                  <a:schemeClr val="accent6"/>
                </a:solidFill>
              </a:rPr>
              <a:t>.</a:t>
            </a:r>
            <a:endParaRPr lang="es-MX" dirty="0" smtClean="0">
              <a:solidFill>
                <a:schemeClr val="accent6"/>
              </a:solidFill>
            </a:endParaRPr>
          </a:p>
          <a:p>
            <a:endParaRPr lang="es-MX" dirty="0">
              <a:solidFill>
                <a:schemeClr val="accent6"/>
              </a:solidFill>
            </a:endParaRPr>
          </a:p>
          <a:p>
            <a:r>
              <a:rPr lang="es-MX" b="1" dirty="0">
                <a:solidFill>
                  <a:schemeClr val="accent6"/>
                </a:solidFill>
              </a:rPr>
              <a:t>🔒 Riesgo con módulos de terceros</a:t>
            </a:r>
            <a:br>
              <a:rPr lang="es-MX" dirty="0">
                <a:solidFill>
                  <a:schemeClr val="accent6"/>
                </a:solidFill>
              </a:rPr>
            </a:br>
            <a:r>
              <a:rPr lang="es-MX" dirty="0">
                <a:solidFill>
                  <a:schemeClr val="accent6"/>
                </a:solidFill>
              </a:rPr>
              <a:t>Aunque tiene muchos paquetes disponibles (vía </a:t>
            </a:r>
            <a:r>
              <a:rPr lang="es-MX" dirty="0" err="1">
                <a:solidFill>
                  <a:schemeClr val="accent6"/>
                </a:solidFill>
              </a:rPr>
              <a:t>npm</a:t>
            </a:r>
            <a:r>
              <a:rPr lang="es-MX" dirty="0">
                <a:solidFill>
                  <a:schemeClr val="accent6"/>
                </a:solidFill>
              </a:rPr>
              <a:t>), algunos pueden ser de baja calidad o inseguros. Es clave evaluar bien qué módulos usar.</a:t>
            </a:r>
            <a:endParaRPr lang="es-MX" dirty="0">
              <a:solidFill>
                <a:schemeClr val="accent6"/>
              </a:solidFill>
            </a:endParaRPr>
          </a:p>
          <a:p>
            <a:endParaRPr lang="es-MX" b="1" dirty="0">
              <a:solidFill>
                <a:schemeClr val="accent6"/>
              </a:solidFill>
            </a:endParaRPr>
          </a:p>
          <a:p>
            <a:r>
              <a:rPr lang="es-MX" b="1" dirty="0" smtClean="0">
                <a:solidFill>
                  <a:schemeClr val="accent6"/>
                </a:solidFill>
              </a:rPr>
              <a:t>⤴ </a:t>
            </a:r>
            <a:r>
              <a:rPr lang="es-MX" b="1" dirty="0">
                <a:solidFill>
                  <a:schemeClr val="accent6"/>
                </a:solidFill>
              </a:rPr>
              <a:t>Curva de aprendizaje</a:t>
            </a:r>
            <a:br>
              <a:rPr lang="es-MX" dirty="0">
                <a:solidFill>
                  <a:schemeClr val="accent6"/>
                </a:solidFill>
              </a:rPr>
            </a:br>
            <a:r>
              <a:rPr lang="es-MX" dirty="0">
                <a:solidFill>
                  <a:schemeClr val="accent6"/>
                </a:solidFill>
              </a:rPr>
              <a:t>Puede resultar difícil para quienes no están familiarizados con la programación asincrónica y el manejo de eventos.</a:t>
            </a:r>
            <a:endParaRPr lang="es-MX" dirty="0">
              <a:solidFill>
                <a:schemeClr val="accent6"/>
              </a:solidFil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a:solidFill>
                  <a:schemeClr val="accent3"/>
                </a:solidFill>
              </a:rPr>
              <a:t>UNIDAD 4 - Programación del Lado del Servidor y Persistencia de Datos</a:t>
            </a:r>
            <a:endParaRPr lang="es-AR" altLang="en-GB" sz="1400">
              <a:solidFill>
                <a:schemeClr val="accent3"/>
              </a:solidFill>
            </a:endParaRP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endPar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endParaRPr>
          </a:p>
        </p:txBody>
      </p:sp>
      <p:sp>
        <p:nvSpPr>
          <p:cNvPr id="5"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sp>
        <p:nvSpPr>
          <p:cNvPr id="7" name="Google Shape;465;p1"/>
          <p:cNvSpPr txBox="1"/>
          <p:nvPr/>
        </p:nvSpPr>
        <p:spPr>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1400">
                <a:sym typeface="+mn-ea"/>
              </a:rPr>
              <a:t>Introducción a Node.Js</a:t>
            </a:r>
            <a:endParaRPr lang="es-AR" altLang="es-MX" sz="1400">
              <a:solidFill>
                <a:schemeClr val="accent3"/>
              </a:solidFill>
            </a:endParaRPr>
          </a:p>
        </p:txBody>
      </p:sp>
      <p:pic>
        <p:nvPicPr>
          <p:cNvPr id="15" name="Picture 2" descr="Cómo procesa node.js las peticiones entrantes utilizando el bucle de evento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19817" y="700161"/>
            <a:ext cx="6596753" cy="371067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1"/>
          <p:cNvSpPr txBox="1">
            <a:spLocks noGrp="1"/>
          </p:cNvSpPr>
          <p:nvPr>
            <p:ph type="ctrTitle"/>
          </p:nvPr>
        </p:nvSpPr>
        <p:spPr>
          <a:xfrm>
            <a:off x="1403350" y="448480"/>
            <a:ext cx="5788800" cy="5175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pPr>
            <a:r>
              <a:rPr lang="es-AR" sz="2000" dirty="0"/>
              <a:t>¿Qué son las peticiones bloqueantes? </a:t>
            </a:r>
            <a:r>
              <a:rPr lang="en-GB" sz="2000" dirty="0">
                <a:solidFill>
                  <a:schemeClr val="accent3"/>
                </a:solidFill>
              </a:rPr>
              <a:t>{</a:t>
            </a:r>
            <a:endParaRPr sz="2000" dirty="0">
              <a:solidFill>
                <a:schemeClr val="accent3"/>
              </a:solidFill>
            </a:endParaRPr>
          </a:p>
        </p:txBody>
      </p:sp>
      <p:sp>
        <p:nvSpPr>
          <p:cNvPr id="459" name="Google Shape;459;p1"/>
          <p:cNvSpPr txBox="1">
            <a:spLocks noGrp="1"/>
          </p:cNvSpPr>
          <p:nvPr>
            <p:ph type="subTitle" idx="1"/>
          </p:nvPr>
        </p:nvSpPr>
        <p:spPr>
          <a:xfrm>
            <a:off x="1768254" y="1324972"/>
            <a:ext cx="6570920" cy="756494"/>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s-AR" altLang="en-GB" sz="1200" dirty="0" smtClean="0"/>
              <a:t>L</a:t>
            </a:r>
            <a:r>
              <a:rPr sz="1200" dirty="0"/>
              <a:t>as </a:t>
            </a:r>
            <a:r>
              <a:rPr sz="1200" dirty="0" err="1"/>
              <a:t>peticiones</a:t>
            </a:r>
            <a:r>
              <a:rPr sz="1200" dirty="0"/>
              <a:t> </a:t>
            </a:r>
            <a:r>
              <a:rPr sz="1200" dirty="0" err="1"/>
              <a:t>bloqueantes</a:t>
            </a:r>
            <a:r>
              <a:rPr sz="1200" dirty="0"/>
              <a:t> (</a:t>
            </a:r>
            <a:r>
              <a:rPr sz="1200" dirty="0" err="1"/>
              <a:t>también</a:t>
            </a:r>
            <a:r>
              <a:rPr sz="1200" dirty="0"/>
              <a:t> </a:t>
            </a:r>
            <a:r>
              <a:rPr sz="1200" dirty="0" err="1"/>
              <a:t>conocidas</a:t>
            </a:r>
            <a:r>
              <a:rPr sz="1200" dirty="0"/>
              <a:t> </a:t>
            </a:r>
            <a:r>
              <a:rPr sz="1200" dirty="0" err="1"/>
              <a:t>como</a:t>
            </a:r>
            <a:r>
              <a:rPr sz="1200" dirty="0"/>
              <a:t> I/O </a:t>
            </a:r>
            <a:r>
              <a:rPr sz="1200" dirty="0" err="1"/>
              <a:t>bloqueante</a:t>
            </a:r>
            <a:r>
              <a:rPr sz="1200" dirty="0"/>
              <a:t>) son </a:t>
            </a:r>
            <a:r>
              <a:rPr sz="1200" dirty="0" err="1"/>
              <a:t>aquellas</a:t>
            </a:r>
            <a:r>
              <a:rPr sz="1200" dirty="0"/>
              <a:t> </a:t>
            </a:r>
            <a:r>
              <a:rPr sz="1200" dirty="0" err="1"/>
              <a:t>que</a:t>
            </a:r>
            <a:r>
              <a:rPr sz="1200" dirty="0"/>
              <a:t> </a:t>
            </a:r>
            <a:r>
              <a:rPr sz="1200" dirty="0" err="1"/>
              <a:t>detienen</a:t>
            </a:r>
            <a:r>
              <a:rPr sz="1200" dirty="0"/>
              <a:t> la </a:t>
            </a:r>
            <a:r>
              <a:rPr sz="1200" dirty="0" err="1"/>
              <a:t>ejecución</a:t>
            </a:r>
            <a:r>
              <a:rPr sz="1200" dirty="0"/>
              <a:t> del </a:t>
            </a:r>
            <a:r>
              <a:rPr sz="1200" dirty="0" err="1"/>
              <a:t>programa</a:t>
            </a:r>
            <a:r>
              <a:rPr sz="1200" dirty="0"/>
              <a:t> hasta </a:t>
            </a:r>
            <a:r>
              <a:rPr sz="1200" dirty="0" err="1"/>
              <a:t>que</a:t>
            </a:r>
            <a:r>
              <a:rPr sz="1200" dirty="0"/>
              <a:t> se </a:t>
            </a:r>
            <a:r>
              <a:rPr sz="1200" dirty="0" err="1"/>
              <a:t>completa</a:t>
            </a:r>
            <a:r>
              <a:rPr sz="1200" dirty="0"/>
              <a:t> la </a:t>
            </a:r>
            <a:r>
              <a:rPr sz="1200" dirty="0" err="1"/>
              <a:t>operación</a:t>
            </a:r>
            <a:r>
              <a:rPr sz="1200" dirty="0"/>
              <a:t> de </a:t>
            </a:r>
            <a:r>
              <a:rPr sz="1200" dirty="0" err="1"/>
              <a:t>entrada</a:t>
            </a:r>
            <a:r>
              <a:rPr sz="1200" dirty="0"/>
              <a:t>/</a:t>
            </a:r>
            <a:r>
              <a:rPr sz="1200" dirty="0" err="1"/>
              <a:t>salida</a:t>
            </a:r>
            <a:r>
              <a:rPr sz="1200" dirty="0"/>
              <a:t> (I/O). En </a:t>
            </a:r>
            <a:r>
              <a:rPr sz="1200" dirty="0" err="1"/>
              <a:t>otras</a:t>
            </a:r>
            <a:r>
              <a:rPr sz="1200" dirty="0"/>
              <a:t> </a:t>
            </a:r>
            <a:r>
              <a:rPr sz="1200" dirty="0" err="1"/>
              <a:t>palabras</a:t>
            </a:r>
            <a:r>
              <a:rPr sz="1200" dirty="0"/>
              <a:t>, </a:t>
            </a:r>
            <a:r>
              <a:rPr sz="1200" dirty="0" err="1"/>
              <a:t>cuando</a:t>
            </a:r>
            <a:r>
              <a:rPr sz="1200" dirty="0"/>
              <a:t> un </a:t>
            </a:r>
            <a:r>
              <a:rPr sz="1200" dirty="0" err="1"/>
              <a:t>programa</a:t>
            </a:r>
            <a:r>
              <a:rPr sz="1200" dirty="0"/>
              <a:t> </a:t>
            </a:r>
            <a:r>
              <a:rPr sz="1200" dirty="0" err="1"/>
              <a:t>realiza</a:t>
            </a:r>
            <a:r>
              <a:rPr sz="1200" dirty="0"/>
              <a:t> </a:t>
            </a:r>
            <a:r>
              <a:rPr sz="1200" dirty="0" err="1"/>
              <a:t>una</a:t>
            </a:r>
            <a:r>
              <a:rPr sz="1200" dirty="0"/>
              <a:t> </a:t>
            </a:r>
            <a:r>
              <a:rPr sz="1200" dirty="0" err="1"/>
              <a:t>operación</a:t>
            </a:r>
            <a:r>
              <a:rPr sz="1200" dirty="0"/>
              <a:t> de </a:t>
            </a:r>
            <a:r>
              <a:rPr sz="1200" dirty="0" err="1"/>
              <a:t>entrada</a:t>
            </a:r>
            <a:r>
              <a:rPr sz="1200" dirty="0"/>
              <a:t>/</a:t>
            </a:r>
            <a:r>
              <a:rPr sz="1200" dirty="0" err="1"/>
              <a:t>salida</a:t>
            </a:r>
            <a:r>
              <a:rPr sz="1200" dirty="0"/>
              <a:t> </a:t>
            </a:r>
            <a:r>
              <a:rPr sz="1200" dirty="0" err="1"/>
              <a:t>bloqueante</a:t>
            </a:r>
            <a:r>
              <a:rPr sz="1200" dirty="0"/>
              <a:t>, el </a:t>
            </a:r>
            <a:r>
              <a:rPr sz="1200" dirty="0" err="1"/>
              <a:t>hilo</a:t>
            </a:r>
            <a:r>
              <a:rPr sz="1200" dirty="0"/>
              <a:t> de </a:t>
            </a:r>
            <a:r>
              <a:rPr sz="1200" dirty="0" err="1"/>
              <a:t>ejecución</a:t>
            </a:r>
            <a:r>
              <a:rPr sz="1200" dirty="0"/>
              <a:t> </a:t>
            </a:r>
            <a:r>
              <a:rPr sz="1200" dirty="0" err="1"/>
              <a:t>que</a:t>
            </a:r>
            <a:r>
              <a:rPr sz="1200" dirty="0"/>
              <a:t> la </a:t>
            </a:r>
            <a:r>
              <a:rPr sz="1200" dirty="0" err="1"/>
              <a:t>realiza</a:t>
            </a:r>
            <a:r>
              <a:rPr sz="1200" dirty="0"/>
              <a:t> se </a:t>
            </a:r>
            <a:r>
              <a:rPr sz="1200" dirty="0" err="1"/>
              <a:t>detiene</a:t>
            </a:r>
            <a:r>
              <a:rPr sz="1200" dirty="0"/>
              <a:t> hasta </a:t>
            </a:r>
            <a:r>
              <a:rPr sz="1200" dirty="0" err="1"/>
              <a:t>que</a:t>
            </a:r>
            <a:r>
              <a:rPr sz="1200" dirty="0"/>
              <a:t> la </a:t>
            </a:r>
            <a:r>
              <a:rPr sz="1200" dirty="0" err="1"/>
              <a:t>operación</a:t>
            </a:r>
            <a:r>
              <a:rPr sz="1200" dirty="0"/>
              <a:t> se </a:t>
            </a:r>
            <a:r>
              <a:rPr sz="1200" dirty="0" err="1"/>
              <a:t>completa</a:t>
            </a:r>
            <a:r>
              <a:rPr sz="1200" dirty="0"/>
              <a:t>.</a:t>
            </a:r>
            <a:endParaRPr sz="1200" dirty="0"/>
          </a:p>
          <a:p>
            <a:pPr marL="0" lvl="0" indent="0" algn="l" rtl="0">
              <a:lnSpc>
                <a:spcPct val="100000"/>
              </a:lnSpc>
              <a:spcBef>
                <a:spcPts val="0"/>
              </a:spcBef>
              <a:spcAft>
                <a:spcPts val="0"/>
              </a:spcAft>
              <a:buSzPts val="2800"/>
              <a:buNone/>
            </a:pPr>
            <a:endParaRPr lang="es-AR" sz="1400" dirty="0">
              <a:sym typeface="+mn-ea"/>
            </a:endParaRPr>
          </a:p>
          <a:p>
            <a:pPr marL="0" lvl="0" indent="0" algn="l" rtl="0">
              <a:lnSpc>
                <a:spcPct val="100000"/>
              </a:lnSpc>
              <a:spcBef>
                <a:spcPts val="0"/>
              </a:spcBef>
              <a:spcAft>
                <a:spcPts val="0"/>
              </a:spcAft>
              <a:buSzPts val="2800"/>
              <a:buNone/>
            </a:pPr>
            <a:endParaRPr sz="1400" dirty="0"/>
          </a:p>
          <a:p>
            <a:pPr marL="0" lvl="0" indent="0" algn="l" rtl="0">
              <a:lnSpc>
                <a:spcPct val="100000"/>
              </a:lnSpc>
              <a:spcBef>
                <a:spcPts val="0"/>
              </a:spcBef>
              <a:spcAft>
                <a:spcPts val="0"/>
              </a:spcAft>
              <a:buSzPts val="2800"/>
              <a:buNone/>
            </a:pPr>
            <a:endParaRPr lang="en-GB" sz="1400" dirty="0"/>
          </a:p>
        </p:txBody>
      </p:sp>
      <p:grpSp>
        <p:nvGrpSpPr>
          <p:cNvPr id="462" name="Google Shape;462;p1"/>
          <p:cNvGrpSpPr/>
          <p:nvPr/>
        </p:nvGrpSpPr>
        <p:grpSpPr>
          <a:xfrm>
            <a:off x="1403350" y="1215390"/>
            <a:ext cx="506095" cy="3429588"/>
            <a:chOff x="1403365" y="1759900"/>
            <a:chExt cx="506100" cy="2873303"/>
          </a:xfrm>
        </p:grpSpPr>
        <p:cxnSp>
          <p:nvCxnSpPr>
            <p:cNvPr id="463" name="Google Shape;463;p1"/>
            <p:cNvCxnSpPr/>
            <p:nvPr/>
          </p:nvCxnSpPr>
          <p:spPr>
            <a:xfrm>
              <a:off x="1551956" y="1759900"/>
              <a:ext cx="0" cy="2490833"/>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a:xfrm>
              <a:off x="1403365" y="4223561"/>
              <a:ext cx="506100" cy="409642"/>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panose="020B0604020202020204"/>
                <a:buNone/>
              </a:pPr>
              <a:r>
                <a:rPr lang="en-GB" sz="20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rPr>
                <a:t>}</a:t>
              </a:r>
              <a:endParaRPr sz="20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endParaRPr>
            </a:p>
          </p:txBody>
        </p:sp>
      </p:grpSp>
      <p:sp>
        <p:nvSpPr>
          <p:cNvPr id="4"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dirty="0">
                <a:solidFill>
                  <a:schemeClr val="accent3"/>
                </a:solidFill>
              </a:rPr>
              <a:t>UNIDAD 4 - Programación del Lado del Servidor y Persistencia de Datos</a:t>
            </a:r>
            <a:endParaRPr lang="es-AR" altLang="en-GB" sz="1400" dirty="0">
              <a:solidFill>
                <a:schemeClr val="accent3"/>
              </a:solidFill>
            </a:endParaRP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endPar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endParaRPr>
          </a:p>
        </p:txBody>
      </p:sp>
      <p:sp>
        <p:nvSpPr>
          <p:cNvPr id="5"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sp>
        <p:nvSpPr>
          <p:cNvPr id="7" name="Google Shape;465;p1"/>
          <p:cNvSpPr txBox="1"/>
          <p:nvPr/>
        </p:nvSpPr>
        <p:spPr>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1400">
                <a:sym typeface="+mn-ea"/>
              </a:rPr>
              <a:t>Introducción a Node.Js</a:t>
            </a:r>
            <a:endParaRPr lang="es-AR" altLang="es-MX" sz="1400">
              <a:solidFill>
                <a:schemeClr val="accent3"/>
              </a:solidFill>
            </a:endParaRPr>
          </a:p>
        </p:txBody>
      </p:sp>
      <p:pic>
        <p:nvPicPr>
          <p:cNvPr id="2050" name="Picture 2" descr="Cómo procesa node.js las peticiones entrantes utilizando el bucle de evento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37522" y="1921978"/>
            <a:ext cx="4295140" cy="241601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1"/>
          <p:cNvSpPr txBox="1">
            <a:spLocks noGrp="1"/>
          </p:cNvSpPr>
          <p:nvPr>
            <p:ph type="ctrTitle"/>
          </p:nvPr>
        </p:nvSpPr>
        <p:spPr>
          <a:xfrm>
            <a:off x="1403350" y="483527"/>
            <a:ext cx="5788800" cy="5175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pPr>
            <a:r>
              <a:rPr lang="es-AR" sz="2000" dirty="0"/>
              <a:t>¿Qué son las peticiones bloqueantes? </a:t>
            </a:r>
            <a:r>
              <a:rPr lang="en-GB" sz="2000" dirty="0">
                <a:solidFill>
                  <a:schemeClr val="accent3"/>
                </a:solidFill>
              </a:rPr>
              <a:t>{</a:t>
            </a:r>
            <a:endParaRPr sz="2000" dirty="0">
              <a:solidFill>
                <a:schemeClr val="accent3"/>
              </a:solidFill>
            </a:endParaRPr>
          </a:p>
        </p:txBody>
      </p:sp>
      <p:sp>
        <p:nvSpPr>
          <p:cNvPr id="459" name="Google Shape;459;p1"/>
          <p:cNvSpPr txBox="1">
            <a:spLocks noGrp="1"/>
          </p:cNvSpPr>
          <p:nvPr>
            <p:ph type="subTitle" idx="1"/>
          </p:nvPr>
        </p:nvSpPr>
        <p:spPr>
          <a:xfrm>
            <a:off x="1751965" y="885431"/>
            <a:ext cx="6603497" cy="1610004"/>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s-AR" sz="1200" dirty="0">
                <a:sym typeface="+mn-ea"/>
              </a:rPr>
              <a:t>L</a:t>
            </a:r>
            <a:r>
              <a:rPr lang="es-AR" sz="1200" dirty="0" smtClean="0">
                <a:sym typeface="+mn-ea"/>
              </a:rPr>
              <a:t>as </a:t>
            </a:r>
            <a:r>
              <a:rPr lang="es-AR" sz="1200" dirty="0">
                <a:sym typeface="+mn-ea"/>
              </a:rPr>
              <a:t>operaciones de entrada/salida bloqueantes se realizan de forma síncrona, lo que significa que el hilo de ejecución que las realiza se detiene hasta que se completa la operación. Esto puede ser problemático en aplicaciones que necesitan manejar múltiples solicitudes simultáneamente, ya que una operación de entrada/salida bloqueante puede detener todo el hilo de ejecución y hacer que la aplicación se bloquee. &gt;</a:t>
            </a:r>
            <a:endParaRPr sz="1200" dirty="0"/>
          </a:p>
          <a:p>
            <a:pPr marL="0" lvl="0" indent="0" algn="l" rtl="0">
              <a:lnSpc>
                <a:spcPct val="100000"/>
              </a:lnSpc>
              <a:spcBef>
                <a:spcPts val="0"/>
              </a:spcBef>
              <a:spcAft>
                <a:spcPts val="0"/>
              </a:spcAft>
              <a:buSzPts val="2800"/>
              <a:buNone/>
            </a:pPr>
            <a:endParaRPr sz="1400" dirty="0"/>
          </a:p>
          <a:p>
            <a:pPr marL="0" lvl="0" indent="0" algn="l" rtl="0">
              <a:lnSpc>
                <a:spcPct val="100000"/>
              </a:lnSpc>
              <a:spcBef>
                <a:spcPts val="0"/>
              </a:spcBef>
              <a:spcAft>
                <a:spcPts val="0"/>
              </a:spcAft>
              <a:buSzPts val="2800"/>
              <a:buNone/>
            </a:pPr>
            <a:endParaRPr lang="en-GB" sz="1400" dirty="0"/>
          </a:p>
        </p:txBody>
      </p:sp>
      <p:grpSp>
        <p:nvGrpSpPr>
          <p:cNvPr id="462" name="Google Shape;462;p1"/>
          <p:cNvGrpSpPr/>
          <p:nvPr/>
        </p:nvGrpSpPr>
        <p:grpSpPr>
          <a:xfrm>
            <a:off x="1403350" y="1215390"/>
            <a:ext cx="506095" cy="3429588"/>
            <a:chOff x="1403365" y="1759900"/>
            <a:chExt cx="506100" cy="2873303"/>
          </a:xfrm>
        </p:grpSpPr>
        <p:cxnSp>
          <p:nvCxnSpPr>
            <p:cNvPr id="463" name="Google Shape;463;p1"/>
            <p:cNvCxnSpPr/>
            <p:nvPr/>
          </p:nvCxnSpPr>
          <p:spPr>
            <a:xfrm>
              <a:off x="1551956" y="1759900"/>
              <a:ext cx="0" cy="2490833"/>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a:xfrm>
              <a:off x="1403365" y="4223561"/>
              <a:ext cx="506100" cy="409642"/>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panose="020B0604020202020204"/>
                <a:buNone/>
              </a:pPr>
              <a:r>
                <a:rPr lang="en-GB" sz="20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rPr>
                <a:t>}</a:t>
              </a:r>
              <a:endParaRPr sz="20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endParaRPr>
            </a:p>
          </p:txBody>
        </p:sp>
      </p:grpSp>
      <p:sp>
        <p:nvSpPr>
          <p:cNvPr id="4"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a:solidFill>
                  <a:schemeClr val="accent3"/>
                </a:solidFill>
              </a:rPr>
              <a:t>UNIDAD 4 - Programación del Lado del Servidor y Persistencia de Datos</a:t>
            </a:r>
            <a:endParaRPr lang="es-AR" altLang="en-GB" sz="1400">
              <a:solidFill>
                <a:schemeClr val="accent3"/>
              </a:solidFill>
            </a:endParaRP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endPar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endParaRPr>
          </a:p>
        </p:txBody>
      </p:sp>
      <p:sp>
        <p:nvSpPr>
          <p:cNvPr id="5"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sp>
        <p:nvSpPr>
          <p:cNvPr id="7" name="Google Shape;465;p1"/>
          <p:cNvSpPr txBox="1"/>
          <p:nvPr/>
        </p:nvSpPr>
        <p:spPr>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1400">
                <a:sym typeface="+mn-ea"/>
              </a:rPr>
              <a:t>Introducción a Node.Js</a:t>
            </a:r>
            <a:endParaRPr lang="es-AR" altLang="es-MX" sz="1400">
              <a:solidFill>
                <a:schemeClr val="accent3"/>
              </a:solidFill>
            </a:endParaRPr>
          </a:p>
        </p:txBody>
      </p:sp>
      <p:pic>
        <p:nvPicPr>
          <p:cNvPr id="12" name="Picture 2" descr="Cómo procesa node.js las peticiones entrantes utilizando el bucle de evento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06143" y="2117723"/>
            <a:ext cx="4295140" cy="241601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1"/>
          <p:cNvSpPr txBox="1">
            <a:spLocks noGrp="1"/>
          </p:cNvSpPr>
          <p:nvPr>
            <p:ph type="ctrTitle"/>
          </p:nvPr>
        </p:nvSpPr>
        <p:spPr>
          <a:xfrm>
            <a:off x="1413525" y="627360"/>
            <a:ext cx="5788800" cy="5175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pPr>
            <a:r>
              <a:rPr lang="es-AR" sz="2000"/>
              <a:t>¿Qué son las peticiones no bloqueantes? </a:t>
            </a:r>
            <a:r>
              <a:rPr lang="en-GB" sz="2000">
                <a:solidFill>
                  <a:schemeClr val="accent3"/>
                </a:solidFill>
              </a:rPr>
              <a:t>{</a:t>
            </a:r>
            <a:endParaRPr sz="2000">
              <a:solidFill>
                <a:schemeClr val="accent3"/>
              </a:solidFill>
            </a:endParaRPr>
          </a:p>
        </p:txBody>
      </p:sp>
      <p:sp>
        <p:nvSpPr>
          <p:cNvPr id="459" name="Google Shape;459;p1"/>
          <p:cNvSpPr txBox="1">
            <a:spLocks noGrp="1"/>
          </p:cNvSpPr>
          <p:nvPr>
            <p:ph type="subTitle" idx="1"/>
          </p:nvPr>
        </p:nvSpPr>
        <p:spPr>
          <a:xfrm>
            <a:off x="2195830" y="1215390"/>
            <a:ext cx="6202680" cy="353314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GB" sz="1400" dirty="0"/>
              <a:t>&lt;</a:t>
            </a:r>
            <a:r>
              <a:rPr lang="es-AR" altLang="en-GB" sz="1400" dirty="0"/>
              <a:t> L</a:t>
            </a:r>
            <a:r>
              <a:rPr sz="1400" dirty="0"/>
              <a:t>as </a:t>
            </a:r>
            <a:r>
              <a:rPr sz="1400" dirty="0" err="1"/>
              <a:t>peticiones</a:t>
            </a:r>
            <a:r>
              <a:rPr sz="1400" dirty="0"/>
              <a:t> no </a:t>
            </a:r>
            <a:r>
              <a:rPr sz="1400" dirty="0" err="1"/>
              <a:t>bloqueantes</a:t>
            </a:r>
            <a:r>
              <a:rPr sz="1400" dirty="0"/>
              <a:t> (</a:t>
            </a:r>
            <a:r>
              <a:rPr sz="1400" dirty="0" err="1"/>
              <a:t>también</a:t>
            </a:r>
            <a:r>
              <a:rPr sz="1400" dirty="0"/>
              <a:t> </a:t>
            </a:r>
            <a:r>
              <a:rPr sz="1400" dirty="0" err="1"/>
              <a:t>conocidas</a:t>
            </a:r>
            <a:r>
              <a:rPr sz="1400" dirty="0"/>
              <a:t> </a:t>
            </a:r>
            <a:r>
              <a:rPr sz="1400" dirty="0" err="1"/>
              <a:t>como</a:t>
            </a:r>
            <a:r>
              <a:rPr sz="1400" dirty="0"/>
              <a:t> I/O no </a:t>
            </a:r>
            <a:r>
              <a:rPr sz="1400" dirty="0" err="1"/>
              <a:t>bloqueante</a:t>
            </a:r>
            <a:r>
              <a:rPr sz="1400" dirty="0"/>
              <a:t>) son </a:t>
            </a:r>
            <a:r>
              <a:rPr sz="1400" dirty="0" err="1"/>
              <a:t>aquellas</a:t>
            </a:r>
            <a:r>
              <a:rPr sz="1400" dirty="0"/>
              <a:t> </a:t>
            </a:r>
            <a:r>
              <a:rPr sz="1400" dirty="0" err="1"/>
              <a:t>que</a:t>
            </a:r>
            <a:r>
              <a:rPr sz="1400" dirty="0"/>
              <a:t> </a:t>
            </a:r>
            <a:r>
              <a:rPr sz="1400" dirty="0" err="1"/>
              <a:t>permiten</a:t>
            </a:r>
            <a:r>
              <a:rPr sz="1400" dirty="0"/>
              <a:t> </a:t>
            </a:r>
            <a:r>
              <a:rPr sz="1400" dirty="0" err="1"/>
              <a:t>que</a:t>
            </a:r>
            <a:r>
              <a:rPr sz="1400" dirty="0"/>
              <a:t> un </a:t>
            </a:r>
            <a:r>
              <a:rPr sz="1400" dirty="0" err="1"/>
              <a:t>programa</a:t>
            </a:r>
            <a:r>
              <a:rPr sz="1400" dirty="0"/>
              <a:t> </a:t>
            </a:r>
            <a:r>
              <a:rPr sz="1400" dirty="0" err="1"/>
              <a:t>continúe</a:t>
            </a:r>
            <a:r>
              <a:rPr sz="1400" dirty="0"/>
              <a:t> </a:t>
            </a:r>
            <a:r>
              <a:rPr sz="1400" dirty="0" err="1"/>
              <a:t>ejecutándose</a:t>
            </a:r>
            <a:r>
              <a:rPr sz="1400" dirty="0"/>
              <a:t> </a:t>
            </a:r>
            <a:r>
              <a:rPr sz="1400" dirty="0" err="1"/>
              <a:t>mientras</a:t>
            </a:r>
            <a:r>
              <a:rPr sz="1400" dirty="0"/>
              <a:t> se </a:t>
            </a:r>
            <a:r>
              <a:rPr sz="1400" dirty="0" err="1"/>
              <a:t>realizan</a:t>
            </a:r>
            <a:r>
              <a:rPr sz="1400" dirty="0"/>
              <a:t> </a:t>
            </a:r>
            <a:r>
              <a:rPr sz="1400" dirty="0" err="1"/>
              <a:t>operaciones</a:t>
            </a:r>
            <a:r>
              <a:rPr sz="1400" dirty="0"/>
              <a:t> de </a:t>
            </a:r>
            <a:r>
              <a:rPr sz="1400" dirty="0" err="1"/>
              <a:t>entrada</a:t>
            </a:r>
            <a:r>
              <a:rPr sz="1400" dirty="0"/>
              <a:t>/</a:t>
            </a:r>
            <a:r>
              <a:rPr sz="1400" dirty="0" err="1"/>
              <a:t>salida</a:t>
            </a:r>
            <a:r>
              <a:rPr sz="1400" dirty="0"/>
              <a:t> (I/O). </a:t>
            </a:r>
            <a:r>
              <a:rPr lang="es-AR" sz="1400" dirty="0"/>
              <a:t>C</a:t>
            </a:r>
            <a:r>
              <a:rPr sz="1400" dirty="0" err="1"/>
              <a:t>uando</a:t>
            </a:r>
            <a:r>
              <a:rPr sz="1400" dirty="0"/>
              <a:t> un </a:t>
            </a:r>
            <a:r>
              <a:rPr sz="1400" dirty="0" err="1"/>
              <a:t>programa</a:t>
            </a:r>
            <a:r>
              <a:rPr sz="1400" dirty="0"/>
              <a:t> </a:t>
            </a:r>
            <a:r>
              <a:rPr sz="1400" dirty="0" err="1"/>
              <a:t>realiza</a:t>
            </a:r>
            <a:r>
              <a:rPr sz="1400" dirty="0"/>
              <a:t> </a:t>
            </a:r>
            <a:r>
              <a:rPr sz="1400" dirty="0" err="1"/>
              <a:t>una</a:t>
            </a:r>
            <a:r>
              <a:rPr sz="1400" dirty="0"/>
              <a:t> </a:t>
            </a:r>
            <a:r>
              <a:rPr sz="1400" dirty="0" err="1"/>
              <a:t>operación</a:t>
            </a:r>
            <a:r>
              <a:rPr sz="1400" dirty="0"/>
              <a:t> de </a:t>
            </a:r>
            <a:r>
              <a:rPr sz="1400" dirty="0" err="1"/>
              <a:t>entrada</a:t>
            </a:r>
            <a:r>
              <a:rPr sz="1400" dirty="0"/>
              <a:t>/</a:t>
            </a:r>
            <a:r>
              <a:rPr sz="1400" dirty="0" err="1"/>
              <a:t>salida</a:t>
            </a:r>
            <a:r>
              <a:rPr sz="1400" dirty="0"/>
              <a:t> no </a:t>
            </a:r>
            <a:r>
              <a:rPr sz="1400" dirty="0" err="1"/>
              <a:t>bloqueante</a:t>
            </a:r>
            <a:r>
              <a:rPr sz="1400" dirty="0"/>
              <a:t>, el </a:t>
            </a:r>
            <a:r>
              <a:rPr sz="1400" dirty="0" err="1"/>
              <a:t>hilo</a:t>
            </a:r>
            <a:r>
              <a:rPr sz="1400" dirty="0"/>
              <a:t> de </a:t>
            </a:r>
            <a:r>
              <a:rPr sz="1400" dirty="0" err="1"/>
              <a:t>ejecución</a:t>
            </a:r>
            <a:r>
              <a:rPr sz="1400" dirty="0"/>
              <a:t> </a:t>
            </a:r>
            <a:r>
              <a:rPr sz="1400" dirty="0" err="1"/>
              <a:t>que</a:t>
            </a:r>
            <a:r>
              <a:rPr sz="1400" dirty="0"/>
              <a:t> la </a:t>
            </a:r>
            <a:r>
              <a:rPr sz="1400" dirty="0" err="1"/>
              <a:t>realiza</a:t>
            </a:r>
            <a:r>
              <a:rPr sz="1400" dirty="0"/>
              <a:t> no se </a:t>
            </a:r>
            <a:r>
              <a:rPr sz="1400" dirty="0" err="1"/>
              <a:t>detiene</a:t>
            </a:r>
            <a:r>
              <a:rPr sz="1400" dirty="0"/>
              <a:t> y </a:t>
            </a:r>
            <a:r>
              <a:rPr sz="1400" dirty="0" err="1"/>
              <a:t>puede</a:t>
            </a:r>
            <a:r>
              <a:rPr sz="1400" dirty="0"/>
              <a:t> </a:t>
            </a:r>
            <a:r>
              <a:rPr sz="1400" dirty="0" err="1"/>
              <a:t>continuar</a:t>
            </a:r>
            <a:r>
              <a:rPr sz="1400" dirty="0"/>
              <a:t> </a:t>
            </a:r>
            <a:r>
              <a:rPr sz="1400" dirty="0" err="1"/>
              <a:t>procesando</a:t>
            </a:r>
            <a:r>
              <a:rPr sz="1400" dirty="0"/>
              <a:t> </a:t>
            </a:r>
            <a:r>
              <a:rPr sz="1400" dirty="0" err="1"/>
              <a:t>otras</a:t>
            </a:r>
            <a:r>
              <a:rPr sz="1400" dirty="0"/>
              <a:t> </a:t>
            </a:r>
            <a:r>
              <a:rPr sz="1400" dirty="0" err="1"/>
              <a:t>tareas</a:t>
            </a:r>
            <a:r>
              <a:rPr sz="1400" dirty="0"/>
              <a:t> </a:t>
            </a:r>
            <a:r>
              <a:rPr sz="1400" dirty="0" err="1"/>
              <a:t>mientras</a:t>
            </a:r>
            <a:r>
              <a:rPr sz="1400" dirty="0"/>
              <a:t> se </a:t>
            </a:r>
            <a:r>
              <a:rPr sz="1400" dirty="0" err="1"/>
              <a:t>realiza</a:t>
            </a:r>
            <a:r>
              <a:rPr sz="1400" dirty="0"/>
              <a:t> la </a:t>
            </a:r>
            <a:r>
              <a:rPr sz="1400" dirty="0" err="1"/>
              <a:t>operación</a:t>
            </a:r>
            <a:r>
              <a:rPr sz="1400" dirty="0"/>
              <a:t> de </a:t>
            </a:r>
            <a:r>
              <a:rPr sz="1400" dirty="0" err="1"/>
              <a:t>entrada</a:t>
            </a:r>
            <a:r>
              <a:rPr sz="1400" dirty="0"/>
              <a:t>/</a:t>
            </a:r>
            <a:r>
              <a:rPr sz="1400" dirty="0" err="1"/>
              <a:t>salida</a:t>
            </a:r>
            <a:r>
              <a:rPr sz="1400" dirty="0"/>
              <a:t>.</a:t>
            </a:r>
            <a:endParaRPr sz="1400" dirty="0"/>
          </a:p>
          <a:p>
            <a:pPr marL="0" lvl="0" indent="0" algn="l" rtl="0">
              <a:lnSpc>
                <a:spcPct val="100000"/>
              </a:lnSpc>
              <a:spcBef>
                <a:spcPts val="0"/>
              </a:spcBef>
              <a:spcAft>
                <a:spcPts val="0"/>
              </a:spcAft>
              <a:buSzPts val="2800"/>
              <a:buNone/>
            </a:pPr>
            <a:endParaRPr lang="es-AR" sz="1400" dirty="0">
              <a:sym typeface="+mn-ea"/>
            </a:endParaRPr>
          </a:p>
          <a:p>
            <a:pPr marL="0" lvl="0" indent="0" algn="l" rtl="0">
              <a:lnSpc>
                <a:spcPct val="100000"/>
              </a:lnSpc>
              <a:spcBef>
                <a:spcPts val="0"/>
              </a:spcBef>
              <a:spcAft>
                <a:spcPts val="0"/>
              </a:spcAft>
              <a:buSzPts val="2800"/>
              <a:buNone/>
            </a:pPr>
            <a:r>
              <a:rPr lang="es-AR" sz="1400" dirty="0">
                <a:sym typeface="+mn-ea"/>
              </a:rPr>
              <a:t>En Node.js, las operaciones de entrada/salida no bloqueantes se realizan de forma asincrónica, lo que significa que se realizan en segundo plano sin detener el hilo principal de ejecución. En lugar de bloquear el hilo de ejecución, Node.js delega las operaciones de entrada/salida a un "</a:t>
            </a:r>
            <a:r>
              <a:rPr lang="es-AR" sz="1400" dirty="0" err="1">
                <a:sym typeface="+mn-ea"/>
              </a:rPr>
              <a:t>thread</a:t>
            </a:r>
            <a:r>
              <a:rPr lang="es-AR" sz="1400" dirty="0">
                <a:sym typeface="+mn-ea"/>
              </a:rPr>
              <a:t> pool" dedicado que maneja estas operaciones en segundo plano. Cuando se completa una operación de entrada/salida asincrónica, se envía una señal al hilo principal de ejecución para que se procese la respuesta.  &gt;</a:t>
            </a:r>
            <a:endParaRPr sz="1400" dirty="0"/>
          </a:p>
          <a:p>
            <a:pPr marL="0" lvl="0" indent="0" algn="l" rtl="0">
              <a:lnSpc>
                <a:spcPct val="100000"/>
              </a:lnSpc>
              <a:spcBef>
                <a:spcPts val="0"/>
              </a:spcBef>
              <a:spcAft>
                <a:spcPts val="0"/>
              </a:spcAft>
              <a:buSzPts val="2800"/>
              <a:buNone/>
            </a:pPr>
            <a:endParaRPr sz="1400" dirty="0"/>
          </a:p>
          <a:p>
            <a:pPr marL="0" lvl="0" indent="0" algn="l" rtl="0">
              <a:lnSpc>
                <a:spcPct val="100000"/>
              </a:lnSpc>
              <a:spcBef>
                <a:spcPts val="0"/>
              </a:spcBef>
              <a:spcAft>
                <a:spcPts val="0"/>
              </a:spcAft>
              <a:buSzPts val="2800"/>
              <a:buNone/>
            </a:pPr>
            <a:endParaRPr lang="en-GB" sz="1400" dirty="0"/>
          </a:p>
        </p:txBody>
      </p:sp>
      <p:grpSp>
        <p:nvGrpSpPr>
          <p:cNvPr id="462" name="Google Shape;462;p1"/>
          <p:cNvGrpSpPr/>
          <p:nvPr/>
        </p:nvGrpSpPr>
        <p:grpSpPr>
          <a:xfrm>
            <a:off x="1403350" y="1215390"/>
            <a:ext cx="506095" cy="3429588"/>
            <a:chOff x="1403365" y="1759900"/>
            <a:chExt cx="506100" cy="2873303"/>
          </a:xfrm>
        </p:grpSpPr>
        <p:cxnSp>
          <p:nvCxnSpPr>
            <p:cNvPr id="463" name="Google Shape;463;p1"/>
            <p:cNvCxnSpPr/>
            <p:nvPr/>
          </p:nvCxnSpPr>
          <p:spPr>
            <a:xfrm>
              <a:off x="1551956" y="1759900"/>
              <a:ext cx="0" cy="2490833"/>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a:xfrm>
              <a:off x="1403365" y="4223561"/>
              <a:ext cx="506100" cy="409642"/>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panose="020B0604020202020204"/>
                <a:buNone/>
              </a:pPr>
              <a:r>
                <a:rPr lang="en-GB" sz="20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rPr>
                <a:t>}</a:t>
              </a:r>
              <a:endParaRPr sz="20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endParaRPr>
            </a:p>
          </p:txBody>
        </p:sp>
      </p:grpSp>
      <p:sp>
        <p:nvSpPr>
          <p:cNvPr id="4"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a:solidFill>
                  <a:schemeClr val="accent3"/>
                </a:solidFill>
              </a:rPr>
              <a:t>UNIDAD 4 - Programación del Lado del Servidor y Persistencia de Datos</a:t>
            </a:r>
            <a:endParaRPr lang="es-AR" altLang="en-GB" sz="1400">
              <a:solidFill>
                <a:schemeClr val="accent3"/>
              </a:solidFill>
            </a:endParaRP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endPar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endParaRPr>
          </a:p>
        </p:txBody>
      </p:sp>
      <p:sp>
        <p:nvSpPr>
          <p:cNvPr id="5"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sp>
        <p:nvSpPr>
          <p:cNvPr id="7" name="Google Shape;465;p1"/>
          <p:cNvSpPr txBox="1"/>
          <p:nvPr/>
        </p:nvSpPr>
        <p:spPr>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1400">
                <a:sym typeface="+mn-ea"/>
              </a:rPr>
              <a:t>Introducción a Node.Js</a:t>
            </a:r>
            <a:endParaRPr lang="es-AR" altLang="es-MX" sz="1400">
              <a:solidFill>
                <a:schemeClr val="accent3"/>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1"/>
          <p:cNvSpPr txBox="1">
            <a:spLocks noGrp="1"/>
          </p:cNvSpPr>
          <p:nvPr>
            <p:ph type="ctrTitle"/>
          </p:nvPr>
        </p:nvSpPr>
        <p:spPr>
          <a:xfrm>
            <a:off x="1413510" y="627380"/>
            <a:ext cx="7730490" cy="51752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pPr>
            <a:r>
              <a:rPr lang="es-AR" sz="2000"/>
              <a:t>¿Cómo afectan las peticiones bloqueantes y no bloqueantes al rendimiento de una aplicación web? </a:t>
            </a:r>
            <a:r>
              <a:rPr lang="en-GB" sz="2000">
                <a:solidFill>
                  <a:schemeClr val="accent3"/>
                </a:solidFill>
              </a:rPr>
              <a:t>{</a:t>
            </a:r>
            <a:endParaRPr sz="2000">
              <a:solidFill>
                <a:schemeClr val="accent3"/>
              </a:solidFill>
            </a:endParaRPr>
          </a:p>
        </p:txBody>
      </p:sp>
      <p:sp>
        <p:nvSpPr>
          <p:cNvPr id="459" name="Google Shape;459;p1"/>
          <p:cNvSpPr txBox="1">
            <a:spLocks noGrp="1"/>
          </p:cNvSpPr>
          <p:nvPr>
            <p:ph type="subTitle" idx="1"/>
          </p:nvPr>
        </p:nvSpPr>
        <p:spPr>
          <a:xfrm>
            <a:off x="2058035" y="1489662"/>
            <a:ext cx="6202680" cy="266636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GB" sz="1400" dirty="0"/>
              <a:t>&lt;</a:t>
            </a:r>
            <a:r>
              <a:rPr lang="es-AR" altLang="en-GB" sz="1400" dirty="0"/>
              <a:t> </a:t>
            </a:r>
            <a:r>
              <a:rPr sz="1400" dirty="0"/>
              <a:t>El </a:t>
            </a:r>
            <a:r>
              <a:rPr sz="1400" dirty="0" err="1"/>
              <a:t>uso</a:t>
            </a:r>
            <a:r>
              <a:rPr sz="1400" dirty="0"/>
              <a:t> de </a:t>
            </a:r>
            <a:r>
              <a:rPr sz="1400" dirty="0" err="1"/>
              <a:t>operaciones</a:t>
            </a:r>
            <a:r>
              <a:rPr sz="1400" dirty="0"/>
              <a:t> de </a:t>
            </a:r>
            <a:r>
              <a:rPr sz="1400" dirty="0" err="1"/>
              <a:t>entrada</a:t>
            </a:r>
            <a:r>
              <a:rPr sz="1400" dirty="0"/>
              <a:t>/</a:t>
            </a:r>
            <a:r>
              <a:rPr sz="1400" dirty="0" err="1"/>
              <a:t>salida</a:t>
            </a:r>
            <a:r>
              <a:rPr sz="1400" dirty="0"/>
              <a:t> no </a:t>
            </a:r>
            <a:r>
              <a:rPr sz="1400" dirty="0" err="1"/>
              <a:t>bloqueantes</a:t>
            </a:r>
            <a:r>
              <a:rPr sz="1400" dirty="0"/>
              <a:t> en Node.js </a:t>
            </a:r>
            <a:r>
              <a:rPr sz="1400" dirty="0" err="1"/>
              <a:t>es</a:t>
            </a:r>
            <a:r>
              <a:rPr sz="1400" dirty="0"/>
              <a:t> </a:t>
            </a:r>
            <a:r>
              <a:rPr sz="1400" dirty="0" err="1"/>
              <a:t>importante</a:t>
            </a:r>
            <a:r>
              <a:rPr sz="1400" dirty="0"/>
              <a:t> para </a:t>
            </a:r>
            <a:r>
              <a:rPr sz="1400" dirty="0" err="1"/>
              <a:t>garantizar</a:t>
            </a:r>
            <a:r>
              <a:rPr sz="1400" dirty="0"/>
              <a:t> la </a:t>
            </a:r>
            <a:r>
              <a:rPr sz="1400" dirty="0" err="1"/>
              <a:t>escalabilidad</a:t>
            </a:r>
            <a:r>
              <a:rPr sz="1400" dirty="0"/>
              <a:t> de </a:t>
            </a:r>
            <a:r>
              <a:rPr sz="1400" dirty="0" err="1"/>
              <a:t>las</a:t>
            </a:r>
            <a:r>
              <a:rPr sz="1400" dirty="0"/>
              <a:t> </a:t>
            </a:r>
            <a:r>
              <a:rPr sz="1400" dirty="0" err="1"/>
              <a:t>aplicaciones</a:t>
            </a:r>
            <a:r>
              <a:rPr sz="1400" dirty="0"/>
              <a:t>. </a:t>
            </a:r>
            <a:r>
              <a:rPr sz="1400" dirty="0" err="1"/>
              <a:t>Cuando</a:t>
            </a:r>
            <a:r>
              <a:rPr sz="1400" dirty="0"/>
              <a:t> se </a:t>
            </a:r>
            <a:r>
              <a:rPr sz="1400" dirty="0" err="1"/>
              <a:t>realizan</a:t>
            </a:r>
            <a:r>
              <a:rPr sz="1400" dirty="0"/>
              <a:t> </a:t>
            </a:r>
            <a:r>
              <a:rPr sz="1400" dirty="0" err="1"/>
              <a:t>operaciones</a:t>
            </a:r>
            <a:r>
              <a:rPr sz="1400" dirty="0"/>
              <a:t> de </a:t>
            </a:r>
            <a:r>
              <a:rPr sz="1400" dirty="0" err="1"/>
              <a:t>entrada</a:t>
            </a:r>
            <a:r>
              <a:rPr sz="1400" dirty="0"/>
              <a:t>/</a:t>
            </a:r>
            <a:r>
              <a:rPr sz="1400" dirty="0" err="1"/>
              <a:t>salida</a:t>
            </a:r>
            <a:r>
              <a:rPr sz="1400" dirty="0"/>
              <a:t> </a:t>
            </a:r>
            <a:r>
              <a:rPr sz="1400" dirty="0" err="1"/>
              <a:t>bloqueantes</a:t>
            </a:r>
            <a:r>
              <a:rPr sz="1400" dirty="0"/>
              <a:t> en un </a:t>
            </a:r>
            <a:r>
              <a:rPr sz="1400" dirty="0" err="1"/>
              <a:t>hilo</a:t>
            </a:r>
            <a:r>
              <a:rPr sz="1400" dirty="0"/>
              <a:t> de </a:t>
            </a:r>
            <a:r>
              <a:rPr sz="1400" dirty="0" err="1"/>
              <a:t>ejecución</a:t>
            </a:r>
            <a:r>
              <a:rPr sz="1400" dirty="0"/>
              <a:t>, </a:t>
            </a:r>
            <a:r>
              <a:rPr sz="1400" dirty="0" err="1"/>
              <a:t>este</a:t>
            </a:r>
            <a:r>
              <a:rPr sz="1400" dirty="0"/>
              <a:t> </a:t>
            </a:r>
            <a:r>
              <a:rPr sz="1400" dirty="0" err="1"/>
              <a:t>hilo</a:t>
            </a:r>
            <a:r>
              <a:rPr sz="1400" dirty="0"/>
              <a:t> se </a:t>
            </a:r>
            <a:r>
              <a:rPr sz="1400" dirty="0" err="1"/>
              <a:t>detiene</a:t>
            </a:r>
            <a:r>
              <a:rPr sz="1400" dirty="0"/>
              <a:t> hasta </a:t>
            </a:r>
            <a:r>
              <a:rPr sz="1400" dirty="0" err="1"/>
              <a:t>que</a:t>
            </a:r>
            <a:r>
              <a:rPr sz="1400" dirty="0"/>
              <a:t> se </a:t>
            </a:r>
            <a:r>
              <a:rPr sz="1400" dirty="0" err="1"/>
              <a:t>completa</a:t>
            </a:r>
            <a:r>
              <a:rPr sz="1400" dirty="0"/>
              <a:t> la </a:t>
            </a:r>
            <a:r>
              <a:rPr sz="1400" dirty="0" err="1"/>
              <a:t>operación</a:t>
            </a:r>
            <a:r>
              <a:rPr sz="1400" dirty="0"/>
              <a:t>, lo </a:t>
            </a:r>
            <a:r>
              <a:rPr sz="1400" dirty="0" err="1"/>
              <a:t>que</a:t>
            </a:r>
            <a:r>
              <a:rPr sz="1400" dirty="0"/>
              <a:t> </a:t>
            </a:r>
            <a:r>
              <a:rPr sz="1400" dirty="0" err="1"/>
              <a:t>puede</a:t>
            </a:r>
            <a:r>
              <a:rPr sz="1400" dirty="0"/>
              <a:t> </a:t>
            </a:r>
            <a:r>
              <a:rPr sz="1400" dirty="0" err="1"/>
              <a:t>limitar</a:t>
            </a:r>
            <a:r>
              <a:rPr sz="1400" dirty="0"/>
              <a:t> la </a:t>
            </a:r>
            <a:r>
              <a:rPr sz="1400" dirty="0" err="1"/>
              <a:t>capacidad</a:t>
            </a:r>
            <a:r>
              <a:rPr sz="1400" dirty="0"/>
              <a:t> de la </a:t>
            </a:r>
            <a:r>
              <a:rPr sz="1400" dirty="0" err="1"/>
              <a:t>aplicación</a:t>
            </a:r>
            <a:r>
              <a:rPr sz="1400" dirty="0"/>
              <a:t> para </a:t>
            </a:r>
            <a:r>
              <a:rPr sz="1400" dirty="0" err="1"/>
              <a:t>manejar</a:t>
            </a:r>
            <a:r>
              <a:rPr sz="1400" dirty="0"/>
              <a:t> </a:t>
            </a:r>
            <a:r>
              <a:rPr sz="1400" dirty="0" err="1"/>
              <a:t>múltiples</a:t>
            </a:r>
            <a:r>
              <a:rPr sz="1400" dirty="0"/>
              <a:t> solicitudes </a:t>
            </a:r>
            <a:r>
              <a:rPr sz="1400" dirty="0" err="1"/>
              <a:t>simultáneamente</a:t>
            </a:r>
            <a:r>
              <a:rPr sz="1400" dirty="0"/>
              <a:t>. </a:t>
            </a:r>
            <a:r>
              <a:rPr sz="1400" dirty="0" err="1"/>
              <a:t>Por</a:t>
            </a:r>
            <a:r>
              <a:rPr sz="1400" dirty="0"/>
              <a:t> </a:t>
            </a:r>
            <a:r>
              <a:rPr sz="1400" dirty="0" err="1"/>
              <a:t>otro</a:t>
            </a:r>
            <a:r>
              <a:rPr sz="1400" dirty="0"/>
              <a:t> </a:t>
            </a:r>
            <a:r>
              <a:rPr sz="1400" dirty="0" err="1"/>
              <a:t>lado</a:t>
            </a:r>
            <a:r>
              <a:rPr sz="1400" dirty="0"/>
              <a:t>, </a:t>
            </a:r>
            <a:r>
              <a:rPr sz="1400" dirty="0" err="1"/>
              <a:t>cuando</a:t>
            </a:r>
            <a:r>
              <a:rPr sz="1400" dirty="0"/>
              <a:t> se </a:t>
            </a:r>
            <a:r>
              <a:rPr sz="1400" dirty="0" err="1"/>
              <a:t>utilizan</a:t>
            </a:r>
            <a:r>
              <a:rPr sz="1400" dirty="0"/>
              <a:t> </a:t>
            </a:r>
            <a:r>
              <a:rPr sz="1400" dirty="0" err="1"/>
              <a:t>operaciones</a:t>
            </a:r>
            <a:r>
              <a:rPr sz="1400" dirty="0"/>
              <a:t> de </a:t>
            </a:r>
            <a:r>
              <a:rPr sz="1400" dirty="0" err="1"/>
              <a:t>entrada</a:t>
            </a:r>
            <a:r>
              <a:rPr sz="1400" dirty="0"/>
              <a:t>/</a:t>
            </a:r>
            <a:r>
              <a:rPr sz="1400" dirty="0" err="1"/>
              <a:t>salida</a:t>
            </a:r>
            <a:r>
              <a:rPr sz="1400" dirty="0"/>
              <a:t> no </a:t>
            </a:r>
            <a:r>
              <a:rPr sz="1400" dirty="0" err="1"/>
              <a:t>bloqueantes</a:t>
            </a:r>
            <a:r>
              <a:rPr sz="1400" dirty="0"/>
              <a:t>, el </a:t>
            </a:r>
            <a:r>
              <a:rPr sz="1400" dirty="0" err="1"/>
              <a:t>hilo</a:t>
            </a:r>
            <a:r>
              <a:rPr sz="1400" dirty="0"/>
              <a:t> de </a:t>
            </a:r>
            <a:r>
              <a:rPr sz="1400" dirty="0" err="1"/>
              <a:t>ejecución</a:t>
            </a:r>
            <a:r>
              <a:rPr sz="1400" dirty="0"/>
              <a:t> no se </a:t>
            </a:r>
            <a:r>
              <a:rPr sz="1400" dirty="0" err="1"/>
              <a:t>detiene</a:t>
            </a:r>
            <a:r>
              <a:rPr sz="1400" dirty="0"/>
              <a:t> y </a:t>
            </a:r>
            <a:r>
              <a:rPr sz="1400" dirty="0" err="1"/>
              <a:t>puede</a:t>
            </a:r>
            <a:r>
              <a:rPr sz="1400" dirty="0"/>
              <a:t> </a:t>
            </a:r>
            <a:r>
              <a:rPr sz="1400" dirty="0" err="1"/>
              <a:t>seguir</a:t>
            </a:r>
            <a:r>
              <a:rPr sz="1400" dirty="0"/>
              <a:t> </a:t>
            </a:r>
            <a:r>
              <a:rPr sz="1400" dirty="0" err="1"/>
              <a:t>procesando</a:t>
            </a:r>
            <a:r>
              <a:rPr sz="1400" dirty="0"/>
              <a:t> </a:t>
            </a:r>
            <a:r>
              <a:rPr sz="1400" dirty="0" err="1"/>
              <a:t>otras</a:t>
            </a:r>
            <a:r>
              <a:rPr sz="1400" dirty="0"/>
              <a:t> </a:t>
            </a:r>
            <a:r>
              <a:rPr sz="1400" dirty="0" err="1"/>
              <a:t>tareas</a:t>
            </a:r>
            <a:r>
              <a:rPr sz="1400" dirty="0"/>
              <a:t>, lo </a:t>
            </a:r>
            <a:r>
              <a:rPr sz="1400" dirty="0" err="1"/>
              <a:t>que</a:t>
            </a:r>
            <a:r>
              <a:rPr sz="1400" dirty="0"/>
              <a:t> </a:t>
            </a:r>
            <a:r>
              <a:rPr sz="1400" dirty="0" err="1"/>
              <a:t>permite</a:t>
            </a:r>
            <a:r>
              <a:rPr sz="1400" dirty="0"/>
              <a:t> </a:t>
            </a:r>
            <a:r>
              <a:rPr sz="1400" dirty="0" err="1"/>
              <a:t>que</a:t>
            </a:r>
            <a:r>
              <a:rPr sz="1400" dirty="0"/>
              <a:t> la </a:t>
            </a:r>
            <a:r>
              <a:rPr sz="1400" dirty="0" err="1"/>
              <a:t>aplicación</a:t>
            </a:r>
            <a:r>
              <a:rPr sz="1400" dirty="0"/>
              <a:t> </a:t>
            </a:r>
            <a:r>
              <a:rPr sz="1400" dirty="0" err="1"/>
              <a:t>maneje</a:t>
            </a:r>
            <a:r>
              <a:rPr sz="1400" dirty="0"/>
              <a:t> un mayor </a:t>
            </a:r>
            <a:r>
              <a:rPr sz="1400" dirty="0" err="1"/>
              <a:t>número</a:t>
            </a:r>
            <a:r>
              <a:rPr sz="1400" dirty="0"/>
              <a:t> de solicitudes </a:t>
            </a:r>
            <a:r>
              <a:rPr sz="1400" dirty="0" err="1"/>
              <a:t>simultáneamente</a:t>
            </a:r>
            <a:r>
              <a:rPr sz="1400" dirty="0"/>
              <a:t>.</a:t>
            </a:r>
            <a:r>
              <a:rPr lang="es-AR" sz="1400" dirty="0">
                <a:sym typeface="+mn-ea"/>
              </a:rPr>
              <a:t>  &gt;</a:t>
            </a:r>
            <a:endParaRPr sz="1400" dirty="0"/>
          </a:p>
          <a:p>
            <a:pPr marL="0" lvl="0" indent="0" algn="l" rtl="0">
              <a:lnSpc>
                <a:spcPct val="100000"/>
              </a:lnSpc>
              <a:spcBef>
                <a:spcPts val="0"/>
              </a:spcBef>
              <a:spcAft>
                <a:spcPts val="0"/>
              </a:spcAft>
              <a:buSzPts val="2800"/>
              <a:buNone/>
            </a:pPr>
            <a:endParaRPr sz="1400" dirty="0"/>
          </a:p>
          <a:p>
            <a:pPr marL="0" lvl="0" indent="0" algn="l" rtl="0">
              <a:lnSpc>
                <a:spcPct val="100000"/>
              </a:lnSpc>
              <a:spcBef>
                <a:spcPts val="0"/>
              </a:spcBef>
              <a:spcAft>
                <a:spcPts val="0"/>
              </a:spcAft>
              <a:buSzPts val="2800"/>
              <a:buNone/>
            </a:pPr>
            <a:endParaRPr lang="en-GB" sz="1400" dirty="0"/>
          </a:p>
        </p:txBody>
      </p:sp>
      <p:grpSp>
        <p:nvGrpSpPr>
          <p:cNvPr id="462" name="Google Shape;462;p1"/>
          <p:cNvGrpSpPr/>
          <p:nvPr/>
        </p:nvGrpSpPr>
        <p:grpSpPr>
          <a:xfrm>
            <a:off x="1403350" y="1215390"/>
            <a:ext cx="506095" cy="3429588"/>
            <a:chOff x="1403365" y="1759900"/>
            <a:chExt cx="506100" cy="2873303"/>
          </a:xfrm>
        </p:grpSpPr>
        <p:cxnSp>
          <p:nvCxnSpPr>
            <p:cNvPr id="463" name="Google Shape;463;p1"/>
            <p:cNvCxnSpPr/>
            <p:nvPr/>
          </p:nvCxnSpPr>
          <p:spPr>
            <a:xfrm>
              <a:off x="1551956" y="1759900"/>
              <a:ext cx="0" cy="2490833"/>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a:xfrm>
              <a:off x="1403365" y="4223561"/>
              <a:ext cx="506100" cy="409642"/>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panose="020B0604020202020204"/>
                <a:buNone/>
              </a:pPr>
              <a:r>
                <a:rPr lang="en-GB" sz="20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rPr>
                <a:t>}</a:t>
              </a:r>
              <a:endParaRPr sz="20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endParaRPr>
            </a:p>
          </p:txBody>
        </p:sp>
      </p:grpSp>
      <p:sp>
        <p:nvSpPr>
          <p:cNvPr id="4"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a:solidFill>
                  <a:schemeClr val="accent3"/>
                </a:solidFill>
              </a:rPr>
              <a:t>UNIDAD 4 - Programación del Lado del Servidor y Persistencia de Datos</a:t>
            </a:r>
            <a:endParaRPr lang="es-AR" altLang="en-GB" sz="1400">
              <a:solidFill>
                <a:schemeClr val="accent3"/>
              </a:solidFill>
            </a:endParaRP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endPar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endParaRPr>
          </a:p>
        </p:txBody>
      </p:sp>
      <p:sp>
        <p:nvSpPr>
          <p:cNvPr id="5"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sp>
        <p:nvSpPr>
          <p:cNvPr id="7" name="Google Shape;465;p1"/>
          <p:cNvSpPr txBox="1"/>
          <p:nvPr/>
        </p:nvSpPr>
        <p:spPr>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1400">
                <a:sym typeface="+mn-ea"/>
              </a:rPr>
              <a:t>Introducción a Node.Js</a:t>
            </a:r>
            <a:endParaRPr lang="es-AR" altLang="es-MX" sz="1400">
              <a:solidFill>
                <a:schemeClr val="accent3"/>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1"/>
          <p:cNvSpPr txBox="1">
            <a:spLocks noGrp="1"/>
          </p:cNvSpPr>
          <p:nvPr>
            <p:ph type="ctrTitle"/>
          </p:nvPr>
        </p:nvSpPr>
        <p:spPr>
          <a:xfrm>
            <a:off x="1551940" y="593231"/>
            <a:ext cx="2892203" cy="5175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pPr>
            <a:r>
              <a:rPr lang="es-AR" sz="2000" dirty="0" err="1" smtClean="0"/>
              <a:t>Asincronía</a:t>
            </a:r>
            <a:r>
              <a:rPr lang="es-AR" sz="2000" dirty="0" smtClean="0"/>
              <a:t> </a:t>
            </a:r>
            <a:r>
              <a:rPr lang="en-GB" sz="2000" dirty="0">
                <a:solidFill>
                  <a:schemeClr val="accent3"/>
                </a:solidFill>
              </a:rPr>
              <a:t>{</a:t>
            </a:r>
            <a:endParaRPr sz="2000" dirty="0">
              <a:solidFill>
                <a:schemeClr val="accent3"/>
              </a:solidFill>
            </a:endParaRPr>
          </a:p>
        </p:txBody>
      </p:sp>
      <p:sp>
        <p:nvSpPr>
          <p:cNvPr id="459" name="Google Shape;459;p1"/>
          <p:cNvSpPr txBox="1">
            <a:spLocks noGrp="1"/>
          </p:cNvSpPr>
          <p:nvPr>
            <p:ph type="subTitle" idx="1"/>
          </p:nvPr>
        </p:nvSpPr>
        <p:spPr>
          <a:xfrm>
            <a:off x="1700531" y="1288166"/>
            <a:ext cx="6697461" cy="2665488"/>
          </a:xfrm>
          <a:prstGeom prst="rect">
            <a:avLst/>
          </a:prstGeom>
          <a:noFill/>
          <a:ln>
            <a:noFill/>
          </a:ln>
        </p:spPr>
        <p:txBody>
          <a:bodyPr spcFirstLastPara="1" wrap="square" lIns="91425" tIns="91425" rIns="91425" bIns="91425" anchor="ctr" anchorCtr="0">
            <a:noAutofit/>
          </a:bodyPr>
          <a:lstStyle/>
          <a:p>
            <a:pPr marL="0" lvl="0" indent="0"/>
            <a:r>
              <a:rPr lang="es-MX" sz="1400" u="sng" dirty="0" smtClean="0">
                <a:sym typeface="+mn-ea"/>
              </a:rPr>
              <a:t>Síncrono </a:t>
            </a:r>
            <a:r>
              <a:rPr lang="es-MX" sz="1400" u="sng" dirty="0">
                <a:sym typeface="+mn-ea"/>
              </a:rPr>
              <a:t>y Asíncrono</a:t>
            </a:r>
            <a:endParaRPr lang="es-MX" sz="1400" u="sng" dirty="0">
              <a:sym typeface="+mn-ea"/>
            </a:endParaRPr>
          </a:p>
          <a:p>
            <a:pPr marL="0" lvl="0" indent="0"/>
            <a:r>
              <a:rPr lang="es-MX" sz="1400" dirty="0">
                <a:sym typeface="+mn-ea"/>
              </a:rPr>
              <a:t>Se refiere a ¿cuándo tendrá lugar la respuesta?:</a:t>
            </a:r>
            <a:endParaRPr lang="es-MX" sz="1400" dirty="0">
              <a:sym typeface="+mn-ea"/>
            </a:endParaRPr>
          </a:p>
          <a:p>
            <a:pPr marL="0" lvl="0" indent="0"/>
            <a:endParaRPr lang="es-MX" sz="1400" dirty="0">
              <a:sym typeface="+mn-ea"/>
            </a:endParaRPr>
          </a:p>
          <a:p>
            <a:pPr marL="285750" lvl="0" indent="-285750">
              <a:buFont typeface="Arial" panose="020B0604020202020204" pitchFamily="34" charset="0"/>
              <a:buChar char="•"/>
            </a:pPr>
            <a:r>
              <a:rPr lang="es-MX" sz="1400" dirty="0">
                <a:sym typeface="+mn-ea"/>
              </a:rPr>
              <a:t>Síncrono: La respuesta sucede en el presente, una operación síncrona esperará el resultado.</a:t>
            </a:r>
            <a:endParaRPr lang="es-MX" sz="1400" dirty="0">
              <a:sym typeface="+mn-ea"/>
            </a:endParaRPr>
          </a:p>
          <a:p>
            <a:pPr marL="285750" lvl="0" indent="-285750">
              <a:buFont typeface="Arial" panose="020B0604020202020204" pitchFamily="34" charset="0"/>
              <a:buChar char="•"/>
            </a:pPr>
            <a:r>
              <a:rPr lang="es-MX" sz="1400" dirty="0">
                <a:sym typeface="+mn-ea"/>
              </a:rPr>
              <a:t>Asíncrono: La respuesta sucede a futuro, una operación asíncrona no esperará el resultado</a:t>
            </a:r>
            <a:r>
              <a:rPr lang="es-MX" sz="1400" dirty="0" smtClean="0">
                <a:sym typeface="+mn-ea"/>
              </a:rPr>
              <a:t>.</a:t>
            </a:r>
            <a:endParaRPr lang="es-MX" sz="1400" dirty="0" smtClean="0">
              <a:sym typeface="+mn-ea"/>
            </a:endParaRPr>
          </a:p>
          <a:p>
            <a:pPr marL="285750" lvl="0" indent="-285750">
              <a:buFont typeface="Arial" panose="020B0604020202020204" pitchFamily="34" charset="0"/>
              <a:buChar char="•"/>
            </a:pPr>
            <a:endParaRPr lang="es-MX" sz="1400" dirty="0">
              <a:sym typeface="+mn-ea"/>
            </a:endParaRPr>
          </a:p>
          <a:p>
            <a:pPr marL="0" lvl="0" indent="0"/>
            <a:r>
              <a:rPr lang="es-MX" sz="1400" u="sng" dirty="0">
                <a:sym typeface="+mn-ea"/>
              </a:rPr>
              <a:t>Con lo anterior en JavaScript podemos tener:</a:t>
            </a:r>
            <a:endParaRPr lang="es-MX" sz="1400" u="sng" dirty="0">
              <a:sym typeface="+mn-ea"/>
            </a:endParaRPr>
          </a:p>
          <a:p>
            <a:pPr marL="0" lvl="0" indent="0"/>
            <a:endParaRPr lang="es-MX" sz="1400" dirty="0">
              <a:sym typeface="+mn-ea"/>
            </a:endParaRPr>
          </a:p>
          <a:p>
            <a:pPr marL="285750" lvl="0" indent="-285750">
              <a:buFont typeface="Arial" panose="020B0604020202020204" pitchFamily="34" charset="0"/>
              <a:buChar char="•"/>
            </a:pPr>
            <a:r>
              <a:rPr lang="es-MX" sz="1400" dirty="0">
                <a:sym typeface="+mn-ea"/>
              </a:rPr>
              <a:t>Código síncrono y bloqueante o</a:t>
            </a:r>
            <a:endParaRPr lang="es-MX" sz="1400" dirty="0">
              <a:sym typeface="+mn-ea"/>
            </a:endParaRPr>
          </a:p>
          <a:p>
            <a:pPr marL="285750" lvl="0" indent="-285750">
              <a:buFont typeface="Arial" panose="020B0604020202020204" pitchFamily="34" charset="0"/>
              <a:buChar char="•"/>
            </a:pPr>
            <a:r>
              <a:rPr lang="es-MX" sz="1400" dirty="0">
                <a:sym typeface="+mn-ea"/>
              </a:rPr>
              <a:t>Código asíncrono y no </a:t>
            </a:r>
            <a:r>
              <a:rPr lang="es-MX" sz="1400" dirty="0" err="1">
                <a:sym typeface="+mn-ea"/>
              </a:rPr>
              <a:t>bloquenate</a:t>
            </a:r>
            <a:endParaRPr sz="1400" dirty="0"/>
          </a:p>
          <a:p>
            <a:pPr marL="0" lvl="0" indent="0" algn="l" rtl="0">
              <a:lnSpc>
                <a:spcPct val="100000"/>
              </a:lnSpc>
              <a:spcBef>
                <a:spcPts val="0"/>
              </a:spcBef>
              <a:spcAft>
                <a:spcPts val="0"/>
              </a:spcAft>
              <a:buSzPts val="2800"/>
              <a:buNone/>
            </a:pPr>
            <a:endParaRPr lang="en-GB" sz="1400" dirty="0"/>
          </a:p>
        </p:txBody>
      </p:sp>
      <p:grpSp>
        <p:nvGrpSpPr>
          <p:cNvPr id="462" name="Google Shape;462;p1"/>
          <p:cNvGrpSpPr/>
          <p:nvPr/>
        </p:nvGrpSpPr>
        <p:grpSpPr>
          <a:xfrm>
            <a:off x="1403350" y="1215390"/>
            <a:ext cx="506095" cy="3429588"/>
            <a:chOff x="1403365" y="1759900"/>
            <a:chExt cx="506100" cy="2873303"/>
          </a:xfrm>
        </p:grpSpPr>
        <p:cxnSp>
          <p:nvCxnSpPr>
            <p:cNvPr id="463" name="Google Shape;463;p1"/>
            <p:cNvCxnSpPr/>
            <p:nvPr/>
          </p:nvCxnSpPr>
          <p:spPr>
            <a:xfrm>
              <a:off x="1551956" y="1759900"/>
              <a:ext cx="0" cy="2490833"/>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a:xfrm>
              <a:off x="1403365" y="4223561"/>
              <a:ext cx="506100" cy="409642"/>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panose="020B0604020202020204"/>
                <a:buNone/>
              </a:pPr>
              <a:r>
                <a:rPr lang="en-GB" sz="20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rPr>
                <a:t>}</a:t>
              </a:r>
              <a:endParaRPr sz="20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endParaRPr>
            </a:p>
          </p:txBody>
        </p:sp>
      </p:grpSp>
      <p:sp>
        <p:nvSpPr>
          <p:cNvPr id="4"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a:solidFill>
                  <a:schemeClr val="accent3"/>
                </a:solidFill>
              </a:rPr>
              <a:t>UNIDAD 4 - Programación del Lado del Servidor y Persistencia de Datos</a:t>
            </a:r>
            <a:endParaRPr lang="es-AR" altLang="en-GB" sz="1400">
              <a:solidFill>
                <a:schemeClr val="accent3"/>
              </a:solidFill>
            </a:endParaRP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endPar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endParaRPr>
          </a:p>
        </p:txBody>
      </p:sp>
      <p:sp>
        <p:nvSpPr>
          <p:cNvPr id="5"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sp>
        <p:nvSpPr>
          <p:cNvPr id="7" name="Google Shape;465;p1"/>
          <p:cNvSpPr txBox="1"/>
          <p:nvPr/>
        </p:nvSpPr>
        <p:spPr>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1400">
                <a:sym typeface="+mn-ea"/>
              </a:rPr>
              <a:t>Introducción a Node.Js</a:t>
            </a:r>
            <a:endParaRPr lang="es-AR" altLang="es-MX" sz="1400">
              <a:solidFill>
                <a:schemeClr val="accent3"/>
              </a:solidFill>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1"/>
          <p:cNvSpPr txBox="1">
            <a:spLocks noGrp="1"/>
          </p:cNvSpPr>
          <p:nvPr>
            <p:ph type="ctrTitle"/>
          </p:nvPr>
        </p:nvSpPr>
        <p:spPr>
          <a:xfrm>
            <a:off x="1403985" y="495300"/>
            <a:ext cx="7717155" cy="51752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pPr>
            <a:r>
              <a:rPr lang="es-AR" sz="2000">
                <a:sym typeface="+mn-ea"/>
              </a:rPr>
              <a:t>¿Por qué es importante el rendimiento web?</a:t>
            </a:r>
            <a:r>
              <a:rPr lang="en-GB" sz="2000"/>
              <a:t> </a:t>
            </a:r>
            <a:r>
              <a:rPr lang="en-GB" sz="2000">
                <a:solidFill>
                  <a:schemeClr val="accent2"/>
                </a:solidFill>
              </a:rPr>
              <a:t> </a:t>
            </a:r>
            <a:r>
              <a:rPr lang="en-GB" sz="2000">
                <a:solidFill>
                  <a:schemeClr val="accent3"/>
                </a:solidFill>
              </a:rPr>
              <a:t>{</a:t>
            </a:r>
            <a:endParaRPr sz="2000">
              <a:solidFill>
                <a:schemeClr val="accent3"/>
              </a:solidFill>
            </a:endParaRPr>
          </a:p>
        </p:txBody>
      </p:sp>
      <p:grpSp>
        <p:nvGrpSpPr>
          <p:cNvPr id="462" name="Google Shape;462;p1"/>
          <p:cNvGrpSpPr/>
          <p:nvPr/>
        </p:nvGrpSpPr>
        <p:grpSpPr>
          <a:xfrm>
            <a:off x="1388745" y="1059816"/>
            <a:ext cx="506095" cy="3451172"/>
            <a:chOff x="1388760" y="1449985"/>
            <a:chExt cx="506100" cy="2575481"/>
          </a:xfrm>
        </p:grpSpPr>
        <p:cxnSp>
          <p:nvCxnSpPr>
            <p:cNvPr id="463" name="Google Shape;463;p1"/>
            <p:cNvCxnSpPr/>
            <p:nvPr/>
          </p:nvCxnSpPr>
          <p:spPr>
            <a:xfrm>
              <a:off x="1548146" y="1449985"/>
              <a:ext cx="3810" cy="2073211"/>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a:xfrm>
              <a:off x="1388760" y="3660581"/>
              <a:ext cx="506100" cy="36488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panose="020B0604020202020204"/>
                <a:buNone/>
              </a:pPr>
              <a:r>
                <a:rPr lang="en-GB" sz="20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rPr>
                <a:t>}</a:t>
              </a:r>
              <a:endParaRPr sz="20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endParaRPr>
            </a:p>
          </p:txBody>
        </p:sp>
      </p:grpSp>
      <p:sp>
        <p:nvSpPr>
          <p:cNvPr id="650" name="Google Shape;650;p8"/>
          <p:cNvSpPr/>
          <p:nvPr/>
        </p:nvSpPr>
        <p:spPr>
          <a:xfrm>
            <a:off x="1280125" y="2218446"/>
            <a:ext cx="115500" cy="115500"/>
          </a:xfrm>
          <a:prstGeom prst="ellipse">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2" name="Google Shape;652;p8"/>
          <p:cNvSpPr/>
          <p:nvPr/>
        </p:nvSpPr>
        <p:spPr>
          <a:xfrm>
            <a:off x="1280125" y="2941004"/>
            <a:ext cx="115500" cy="115500"/>
          </a:xfrm>
          <a:prstGeom prst="ellipse">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4" name="Google Shape;654;p8"/>
          <p:cNvSpPr/>
          <p:nvPr/>
        </p:nvSpPr>
        <p:spPr>
          <a:xfrm>
            <a:off x="1280125" y="3663563"/>
            <a:ext cx="115500" cy="115500"/>
          </a:xfrm>
          <a:prstGeom prst="ellipse">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35" name="Group 34"/>
          <p:cNvGrpSpPr/>
          <p:nvPr/>
        </p:nvGrpSpPr>
        <p:grpSpPr>
          <a:xfrm>
            <a:off x="1764030" y="1012825"/>
            <a:ext cx="7200900" cy="3292475"/>
            <a:chOff x="2778" y="1800"/>
            <a:chExt cx="11340" cy="3551"/>
          </a:xfrm>
        </p:grpSpPr>
        <p:sp>
          <p:nvSpPr>
            <p:cNvPr id="481" name="Google Shape;481;p3"/>
            <p:cNvSpPr txBox="1"/>
            <p:nvPr/>
          </p:nvSpPr>
          <p:spPr>
            <a:xfrm>
              <a:off x="2778" y="1800"/>
              <a:ext cx="11308" cy="1322"/>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200"/>
                <a:t>&lt;</a:t>
              </a:r>
              <a:r>
                <a:rPr lang="es-AR" altLang="en-GB" sz="1200"/>
                <a:t> </a:t>
              </a:r>
              <a:r>
                <a:rPr sz="1200">
                  <a:solidFill>
                    <a:srgbClr val="00B050"/>
                  </a:solidFill>
                </a:rPr>
                <a:t>Experiencia del usuario:</a:t>
              </a:r>
              <a:r>
                <a:rPr lang="en-GB" sz="1200"/>
                <a:t> El rendimiento web tiene un impacto directo en la experiencia del usuario. Los usuarios esperan una respuesta rápida y eficiente de las aplicaciones web. Si una aplicación web es lenta y tarda mucho en cargar, los usuarios pueden perder la paciencia y abandonar el sitio web, lo que resulta en una mala experiencia del usuario y puede afectar negativamente la reputación de la empresa.</a:t>
              </a:r>
              <a:r>
                <a:rPr lang="es-AR" altLang="en-GB" sz="1200"/>
                <a:t> </a:t>
              </a:r>
              <a:r>
                <a:rPr lang="en-GB" sz="1200"/>
                <a:t>&gt;</a:t>
              </a:r>
              <a:endParaRPr lang="en-GB" sz="1200"/>
            </a:p>
          </p:txBody>
        </p:sp>
        <p:sp>
          <p:nvSpPr>
            <p:cNvPr id="27" name="Google Shape;481;p3"/>
            <p:cNvSpPr txBox="1"/>
            <p:nvPr/>
          </p:nvSpPr>
          <p:spPr>
            <a:xfrm>
              <a:off x="2810" y="2984"/>
              <a:ext cx="11308" cy="795"/>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200"/>
                <a:t>&lt;</a:t>
              </a:r>
              <a:r>
                <a:rPr lang="es-AR" altLang="en-GB" sz="1200"/>
                <a:t> </a:t>
              </a:r>
              <a:r>
                <a:rPr sz="1200">
                  <a:solidFill>
                    <a:srgbClr val="00B050"/>
                  </a:solidFill>
                </a:rPr>
                <a:t>Conversión de ventas</a:t>
              </a:r>
              <a:r>
                <a:rPr lang="es-AR" sz="1200">
                  <a:solidFill>
                    <a:srgbClr val="00B050"/>
                  </a:solidFill>
                </a:rPr>
                <a:t>:</a:t>
              </a:r>
              <a:r>
                <a:rPr sz="1200"/>
                <a:t> Si una tienda en línea o una aplicación de comercio electrónico tiene un rendimiento deficiente, los usuarios pueden abandonar la compra y buscar en otro sitio web. Un rendimiento web óptimo puede mejorar la tasa de conversión y aumentar las ventas.</a:t>
              </a:r>
              <a:r>
                <a:rPr lang="es-AR" sz="1200"/>
                <a:t> </a:t>
              </a:r>
              <a:r>
                <a:rPr lang="en-GB" sz="1200"/>
                <a:t>&gt;</a:t>
              </a:r>
              <a:endParaRPr lang="en-GB" sz="1200"/>
            </a:p>
          </p:txBody>
        </p:sp>
        <p:sp>
          <p:nvSpPr>
            <p:cNvPr id="30" name="Google Shape;481;p3"/>
            <p:cNvSpPr txBox="1"/>
            <p:nvPr/>
          </p:nvSpPr>
          <p:spPr>
            <a:xfrm>
              <a:off x="2810" y="3785"/>
              <a:ext cx="11308" cy="826"/>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200"/>
                <a:t>&lt;</a:t>
              </a:r>
              <a:r>
                <a:rPr lang="es-AR" altLang="en-GB" sz="1200"/>
                <a:t> </a:t>
              </a:r>
              <a:r>
                <a:rPr sz="1200">
                  <a:solidFill>
                    <a:srgbClr val="00B050"/>
                  </a:solidFill>
                </a:rPr>
                <a:t>SEO</a:t>
              </a:r>
              <a:r>
                <a:rPr lang="es-AR" sz="1200">
                  <a:solidFill>
                    <a:srgbClr val="00B050"/>
                  </a:solidFill>
                </a:rPr>
                <a:t>:</a:t>
              </a:r>
              <a:r>
                <a:rPr sz="1200"/>
                <a:t> El rendimiento web también tiene un impacto en el posicionamiento de los motores de búsqueda. Los motores de búsqueda como Google dan prioridad a los sitios web que ofrecen una experiencia rápida y eficiente a los usuarios. Si un sitio web tiene un rendimiento lento, puede verse penalizado en los resultados de búsqueda y tener un menor tráfico.</a:t>
              </a:r>
              <a:r>
                <a:rPr lang="es-AR" sz="1200"/>
                <a:t> </a:t>
              </a:r>
              <a:r>
                <a:rPr lang="en-GB" sz="1200"/>
                <a:t>&gt;</a:t>
              </a:r>
              <a:endParaRPr lang="en-GB" sz="1200"/>
            </a:p>
          </p:txBody>
        </p:sp>
        <p:sp>
          <p:nvSpPr>
            <p:cNvPr id="33" name="Google Shape;481;p3"/>
            <p:cNvSpPr txBox="1"/>
            <p:nvPr/>
          </p:nvSpPr>
          <p:spPr>
            <a:xfrm>
              <a:off x="2810" y="4768"/>
              <a:ext cx="11308" cy="58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200"/>
                <a:t>&lt;</a:t>
              </a:r>
              <a:r>
                <a:rPr sz="1200">
                  <a:solidFill>
                    <a:srgbClr val="00B050"/>
                  </a:solidFill>
                </a:rPr>
                <a:t>Costo</a:t>
              </a:r>
              <a:r>
                <a:rPr lang="es-AR" sz="1200">
                  <a:solidFill>
                    <a:srgbClr val="00B050"/>
                  </a:solidFill>
                </a:rPr>
                <a:t>:</a:t>
              </a:r>
              <a:r>
                <a:rPr sz="1200"/>
                <a:t> Una aplicación web con un rendimiento deficiente puede ser costosa de mantener. Un servidor ineficiente y un rendimiento deficiente pueden requerir más recursos de servidor y aumentar los costos de alojamiento web.</a:t>
              </a:r>
              <a:r>
                <a:rPr lang="es-AR" sz="1200"/>
                <a:t> </a:t>
              </a:r>
              <a:r>
                <a:rPr lang="en-GB" sz="1200"/>
                <a:t>&gt;</a:t>
              </a:r>
              <a:endParaRPr lang="en-GB" sz="1200"/>
            </a:p>
          </p:txBody>
        </p:sp>
      </p:grpSp>
      <p:sp>
        <p:nvSpPr>
          <p:cNvPr id="3"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a:solidFill>
                  <a:schemeClr val="accent3"/>
                </a:solidFill>
              </a:rPr>
              <a:t>UNIDAD 4 - Programación del Lado del Servidor y Persistencia de Datos</a:t>
            </a:r>
            <a:endParaRPr lang="es-AR" altLang="en-GB" sz="1400">
              <a:solidFill>
                <a:schemeClr val="accent3"/>
              </a:solidFill>
            </a:endParaRP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endPar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endParaRPr>
          </a:p>
        </p:txBody>
      </p:sp>
      <p:sp>
        <p:nvSpPr>
          <p:cNvPr id="4"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sp>
        <p:nvSpPr>
          <p:cNvPr id="5" name="Google Shape;465;p1"/>
          <p:cNvSpPr txBox="1"/>
          <p:nvPr/>
        </p:nvSpPr>
        <p:spPr>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1400">
                <a:sym typeface="+mn-ea"/>
              </a:rPr>
              <a:t>Introducción a Node.Js</a:t>
            </a:r>
            <a:endParaRPr lang="es-AR" altLang="es-MX" sz="1400">
              <a:solidFill>
                <a:schemeClr val="accent3"/>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9" name="Google Shape;489;p3"/>
          <p:cNvSpPr txBox="1">
            <a:spLocks noGrp="1"/>
          </p:cNvSpPr>
          <p:nvPr>
            <p:ph type="title" idx="9"/>
          </p:nvPr>
        </p:nvSpPr>
        <p:spPr>
          <a:xfrm>
            <a:off x="1043305" y="699770"/>
            <a:ext cx="8013700" cy="72453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s-AR" altLang="en-GB" sz="2000"/>
              <a:t> </a:t>
            </a:r>
            <a:r>
              <a:rPr lang="en-GB" sz="2000">
                <a:solidFill>
                  <a:schemeClr val="accent6"/>
                </a:solidFill>
              </a:rPr>
              <a:t>{</a:t>
            </a:r>
            <a:endParaRPr sz="2000">
              <a:solidFill>
                <a:schemeClr val="accent6"/>
              </a:solidFill>
            </a:endParaRPr>
          </a:p>
        </p:txBody>
      </p:sp>
      <p:grpSp>
        <p:nvGrpSpPr>
          <p:cNvPr id="490" name="Google Shape;490;p3"/>
          <p:cNvGrpSpPr/>
          <p:nvPr/>
        </p:nvGrpSpPr>
        <p:grpSpPr>
          <a:xfrm>
            <a:off x="1084825" y="1168950"/>
            <a:ext cx="506100" cy="3336020"/>
            <a:chOff x="1084825" y="1168950"/>
            <a:chExt cx="506100" cy="3336020"/>
          </a:xfrm>
        </p:grpSpPr>
        <p:sp>
          <p:nvSpPr>
            <p:cNvPr id="491" name="Google Shape;491;p3"/>
            <p:cNvSpPr txBox="1"/>
            <p:nvPr/>
          </p:nvSpPr>
          <p:spPr>
            <a:xfrm>
              <a:off x="1084825" y="3954425"/>
              <a:ext cx="506100" cy="550545"/>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panose="020B0604020202020204"/>
                <a:buNone/>
              </a:pPr>
              <a:r>
                <a:rPr lang="en-GB" sz="2400" b="0" i="0" u="none" strike="noStrike" cap="none">
                  <a:solidFill>
                    <a:schemeClr val="accent6"/>
                  </a:solidFill>
                  <a:latin typeface="Fira Code" panose="020B0604020202020204"/>
                  <a:ea typeface="Fira Code" panose="020B0604020202020204"/>
                  <a:cs typeface="Fira Code" panose="020B0604020202020204"/>
                  <a:sym typeface="Fira Code" panose="020B0604020202020204"/>
                </a:rPr>
                <a:t>}</a:t>
              </a:r>
              <a:endParaRPr lang="en-GB" sz="2400" b="0" i="0" u="none" strike="noStrike" cap="none">
                <a:solidFill>
                  <a:schemeClr val="accent6"/>
                </a:solidFill>
                <a:latin typeface="Fira Code" panose="020B0604020202020204"/>
                <a:ea typeface="Fira Code" panose="020B0604020202020204"/>
                <a:cs typeface="Fira Code" panose="020B0604020202020204"/>
                <a:sym typeface="Fira Code" panose="020B0604020202020204"/>
              </a:endParaRPr>
            </a:p>
          </p:txBody>
        </p:sp>
        <p:cxnSp>
          <p:nvCxnSpPr>
            <p:cNvPr id="492" name="Google Shape;492;p3"/>
            <p:cNvCxnSpPr/>
            <p:nvPr/>
          </p:nvCxnSpPr>
          <p:spPr>
            <a:xfrm>
              <a:off x="1337875" y="1168950"/>
              <a:ext cx="0" cy="2764500"/>
            </a:xfrm>
            <a:prstGeom prst="straightConnector1">
              <a:avLst/>
            </a:prstGeom>
            <a:noFill/>
            <a:ln w="9525" cap="flat" cmpd="sng">
              <a:solidFill>
                <a:schemeClr val="accent4"/>
              </a:solidFill>
              <a:prstDash val="solid"/>
              <a:round/>
              <a:headEnd type="none" w="sm" len="sm"/>
              <a:tailEnd type="none" w="sm" len="sm"/>
            </a:ln>
          </p:spPr>
        </p:cxnSp>
      </p:grpSp>
      <p:sp>
        <p:nvSpPr>
          <p:cNvPr id="471" name="Google Shape;471;p2"/>
          <p:cNvSpPr txBox="1"/>
          <p:nvPr/>
        </p:nvSpPr>
        <p:spPr>
          <a:xfrm>
            <a:off x="1632446" y="1100970"/>
            <a:ext cx="6356985" cy="676910"/>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800"/>
              <a:buFont typeface="Fira Code" panose="020B0604020202020204"/>
              <a:buNone/>
              <a:defRPr sz="2800" b="0" i="0" u="none" strike="noStrike" cap="none">
                <a:solidFill>
                  <a:schemeClr val="lt1"/>
                </a:solidFill>
                <a:latin typeface="Fira Code" panose="020B0604020202020204"/>
                <a:ea typeface="Fira Code" panose="020B0604020202020204"/>
                <a:cs typeface="Fira Code" panose="020B0604020202020204"/>
                <a:sym typeface="Fira Code" panose="020B0604020202020204"/>
              </a:defRPr>
            </a:lvl1pPr>
            <a:lvl2pPr marR="0" lvl="1"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R="0" lvl="2"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R="0" lvl="3"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R="0" lvl="4"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R="0" lvl="5"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R="0" lvl="6"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R="0" lvl="7"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R="0" lvl="8" algn="l" rtl="0">
              <a:lnSpc>
                <a:spcPct val="100000"/>
              </a:lnSpc>
              <a:spcBef>
                <a:spcPts val="0"/>
              </a:spcBef>
              <a:spcAft>
                <a:spcPts val="0"/>
              </a:spcAft>
              <a:buClr>
                <a:schemeClr val="dk1"/>
              </a:buClr>
              <a:buSzPts val="2800"/>
              <a:buFont typeface="Fira Code" panose="020B0604020202020204"/>
              <a:buNone/>
              <a:defRPr sz="28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2400" dirty="0" smtClean="0"/>
              <a:t>{ Ciclo de Eventos en </a:t>
            </a:r>
            <a:r>
              <a:rPr lang="es-AR" altLang="en-GB" sz="2400" dirty="0" err="1" smtClean="0"/>
              <a:t>Nodejs</a:t>
            </a:r>
            <a:r>
              <a:rPr lang="es-AR" altLang="en-GB" sz="2400" dirty="0" smtClean="0"/>
              <a:t> }</a:t>
            </a:r>
            <a:r>
              <a:rPr lang="es-AR" altLang="en-GB" sz="2400" dirty="0" smtClean="0">
                <a:sym typeface="+mn-ea"/>
              </a:rPr>
              <a:t> </a:t>
            </a:r>
            <a:r>
              <a:rPr lang="es-AR" altLang="en-GB" sz="2400" dirty="0" smtClean="0">
                <a:solidFill>
                  <a:schemeClr val="accent2"/>
                </a:solidFill>
              </a:rPr>
              <a:t> </a:t>
            </a:r>
            <a:endParaRPr lang="es-AR" altLang="en-GB" sz="2400" dirty="0">
              <a:solidFill>
                <a:schemeClr val="accent2"/>
              </a:solidFill>
            </a:endParaRPr>
          </a:p>
        </p:txBody>
      </p:sp>
      <p:sp>
        <p:nvSpPr>
          <p:cNvPr id="466"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a:solidFill>
                  <a:schemeClr val="accent3"/>
                </a:solidFill>
              </a:rPr>
              <a:t>UNIDAD 4 - Programación del Lado del Servidor y Persistencia de Datos</a:t>
            </a:r>
            <a:endParaRPr lang="es-AR" altLang="en-GB" sz="1400">
              <a:solidFill>
                <a:schemeClr val="accent3"/>
              </a:solidFill>
            </a:endParaRP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endPar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endParaRPr>
          </a:p>
        </p:txBody>
      </p:sp>
      <p:sp>
        <p:nvSpPr>
          <p:cNvPr id="2"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pic>
        <p:nvPicPr>
          <p:cNvPr id="4" name="Imagen 3"/>
          <p:cNvPicPr>
            <a:picLocks noChangeAspect="1"/>
          </p:cNvPicPr>
          <p:nvPr/>
        </p:nvPicPr>
        <p:blipFill>
          <a:blip r:embed="rId1"/>
          <a:stretch>
            <a:fillRect/>
          </a:stretch>
        </p:blipFill>
        <p:spPr>
          <a:xfrm>
            <a:off x="2610316" y="1834727"/>
            <a:ext cx="4401244" cy="2095830"/>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1"/>
          <p:cNvSpPr txBox="1">
            <a:spLocks noGrp="1"/>
          </p:cNvSpPr>
          <p:nvPr>
            <p:ph type="ctrTitle"/>
          </p:nvPr>
        </p:nvSpPr>
        <p:spPr>
          <a:xfrm>
            <a:off x="1413525" y="627360"/>
            <a:ext cx="5788800" cy="5175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pPr>
            <a:r>
              <a:rPr lang="es-AR" sz="2000"/>
              <a:t>¿Qué es el ciclo de eventos en Node?</a:t>
            </a:r>
            <a:r>
              <a:rPr lang="es-MX" altLang="es-AR" sz="2000"/>
              <a:t> </a:t>
            </a:r>
            <a:r>
              <a:rPr lang="en-GB" sz="2000">
                <a:solidFill>
                  <a:schemeClr val="accent3"/>
                </a:solidFill>
              </a:rPr>
              <a:t>{</a:t>
            </a:r>
            <a:endParaRPr sz="2000">
              <a:solidFill>
                <a:schemeClr val="accent3"/>
              </a:solidFill>
            </a:endParaRPr>
          </a:p>
        </p:txBody>
      </p:sp>
      <p:sp>
        <p:nvSpPr>
          <p:cNvPr id="459" name="Google Shape;459;p1"/>
          <p:cNvSpPr txBox="1">
            <a:spLocks noGrp="1"/>
          </p:cNvSpPr>
          <p:nvPr>
            <p:ph type="subTitle" idx="1"/>
          </p:nvPr>
        </p:nvSpPr>
        <p:spPr>
          <a:xfrm>
            <a:off x="2267585" y="1215390"/>
            <a:ext cx="6202680" cy="294132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GB" sz="2000" dirty="0"/>
              <a:t>&lt; </a:t>
            </a:r>
            <a:r>
              <a:rPr sz="2000" dirty="0"/>
              <a:t>En Node.js, el </a:t>
            </a:r>
            <a:r>
              <a:rPr sz="2000" dirty="0" err="1"/>
              <a:t>ciclo</a:t>
            </a:r>
            <a:r>
              <a:rPr sz="2000" dirty="0"/>
              <a:t> de </a:t>
            </a:r>
            <a:r>
              <a:rPr sz="2000" dirty="0" err="1"/>
              <a:t>eventos</a:t>
            </a:r>
            <a:r>
              <a:rPr sz="2000" dirty="0"/>
              <a:t> </a:t>
            </a:r>
            <a:r>
              <a:rPr sz="2000" dirty="0" err="1"/>
              <a:t>es</a:t>
            </a:r>
            <a:r>
              <a:rPr sz="2000" dirty="0"/>
              <a:t> un </a:t>
            </a:r>
            <a:r>
              <a:rPr sz="2000" dirty="0" err="1"/>
              <a:t>bucle</a:t>
            </a:r>
            <a:r>
              <a:rPr sz="2000" dirty="0"/>
              <a:t> de </a:t>
            </a:r>
            <a:r>
              <a:rPr sz="2000" dirty="0" err="1"/>
              <a:t>eventos</a:t>
            </a:r>
            <a:r>
              <a:rPr sz="2000" dirty="0"/>
              <a:t> </a:t>
            </a:r>
            <a:r>
              <a:rPr sz="2000" dirty="0" err="1"/>
              <a:t>asíncronos</a:t>
            </a:r>
            <a:r>
              <a:rPr sz="2000" dirty="0"/>
              <a:t> </a:t>
            </a:r>
            <a:r>
              <a:rPr sz="2000" dirty="0" err="1"/>
              <a:t>que</a:t>
            </a:r>
            <a:r>
              <a:rPr sz="2000" dirty="0"/>
              <a:t> se </a:t>
            </a:r>
            <a:r>
              <a:rPr sz="2000" dirty="0" err="1"/>
              <a:t>ejecutan</a:t>
            </a:r>
            <a:r>
              <a:rPr sz="2000" dirty="0"/>
              <a:t> </a:t>
            </a:r>
            <a:r>
              <a:rPr sz="2000" dirty="0" err="1"/>
              <a:t>continuamente</a:t>
            </a:r>
            <a:r>
              <a:rPr sz="2000" dirty="0"/>
              <a:t> </a:t>
            </a:r>
            <a:r>
              <a:rPr sz="2000" dirty="0" err="1"/>
              <a:t>mientras</a:t>
            </a:r>
            <a:r>
              <a:rPr sz="2000" dirty="0"/>
              <a:t> la </a:t>
            </a:r>
            <a:r>
              <a:rPr sz="2000" dirty="0" err="1"/>
              <a:t>aplicación</a:t>
            </a:r>
            <a:r>
              <a:rPr sz="2000" dirty="0"/>
              <a:t> </a:t>
            </a:r>
            <a:r>
              <a:rPr sz="2000" dirty="0" err="1"/>
              <a:t>está</a:t>
            </a:r>
            <a:r>
              <a:rPr sz="2000" dirty="0"/>
              <a:t> en </a:t>
            </a:r>
            <a:r>
              <a:rPr sz="2000" dirty="0" err="1"/>
              <a:t>ejecución</a:t>
            </a:r>
            <a:r>
              <a:rPr sz="2000" dirty="0"/>
              <a:t>. El </a:t>
            </a:r>
            <a:r>
              <a:rPr sz="2000" dirty="0" err="1"/>
              <a:t>ciclo</a:t>
            </a:r>
            <a:r>
              <a:rPr sz="2000" dirty="0"/>
              <a:t> de </a:t>
            </a:r>
            <a:r>
              <a:rPr sz="2000" dirty="0" err="1"/>
              <a:t>eventos</a:t>
            </a:r>
            <a:r>
              <a:rPr sz="2000" dirty="0"/>
              <a:t> de Node.js </a:t>
            </a:r>
            <a:r>
              <a:rPr sz="2000" dirty="0" err="1"/>
              <a:t>está</a:t>
            </a:r>
            <a:r>
              <a:rPr sz="2000" dirty="0"/>
              <a:t> </a:t>
            </a:r>
            <a:r>
              <a:rPr sz="2000" dirty="0" err="1"/>
              <a:t>diseñado</a:t>
            </a:r>
            <a:r>
              <a:rPr sz="2000" dirty="0"/>
              <a:t> para </a:t>
            </a:r>
            <a:r>
              <a:rPr sz="2000" dirty="0" err="1"/>
              <a:t>manejar</a:t>
            </a:r>
            <a:r>
              <a:rPr sz="2000" dirty="0"/>
              <a:t> </a:t>
            </a:r>
            <a:r>
              <a:rPr sz="2000" dirty="0" err="1"/>
              <a:t>operaciones</a:t>
            </a:r>
            <a:r>
              <a:rPr sz="2000" dirty="0"/>
              <a:t> de </a:t>
            </a:r>
            <a:r>
              <a:rPr sz="2000" dirty="0" err="1"/>
              <a:t>entrada</a:t>
            </a:r>
            <a:r>
              <a:rPr sz="2000" dirty="0"/>
              <a:t> y </a:t>
            </a:r>
            <a:r>
              <a:rPr sz="2000" dirty="0" err="1"/>
              <a:t>salida</a:t>
            </a:r>
            <a:r>
              <a:rPr sz="2000" dirty="0"/>
              <a:t> no </a:t>
            </a:r>
            <a:r>
              <a:rPr sz="2000" dirty="0" err="1"/>
              <a:t>bloqueantes</a:t>
            </a:r>
            <a:r>
              <a:rPr sz="2000" dirty="0"/>
              <a:t>, lo </a:t>
            </a:r>
            <a:r>
              <a:rPr sz="2000" dirty="0" err="1"/>
              <a:t>que</a:t>
            </a:r>
            <a:r>
              <a:rPr sz="2000" dirty="0"/>
              <a:t> </a:t>
            </a:r>
            <a:r>
              <a:rPr sz="2000" dirty="0" err="1"/>
              <a:t>permite</a:t>
            </a:r>
            <a:r>
              <a:rPr sz="2000" dirty="0"/>
              <a:t> a </a:t>
            </a:r>
            <a:r>
              <a:rPr sz="2000" dirty="0" err="1"/>
              <a:t>las</a:t>
            </a:r>
            <a:r>
              <a:rPr sz="2000" dirty="0"/>
              <a:t> </a:t>
            </a:r>
            <a:r>
              <a:rPr sz="2000" dirty="0" err="1"/>
              <a:t>aplicaciones</a:t>
            </a:r>
            <a:r>
              <a:rPr sz="2000" dirty="0"/>
              <a:t> Node.js </a:t>
            </a:r>
            <a:r>
              <a:rPr sz="2000" dirty="0" err="1"/>
              <a:t>ser</a:t>
            </a:r>
            <a:r>
              <a:rPr sz="2000" dirty="0"/>
              <a:t> </a:t>
            </a:r>
            <a:r>
              <a:rPr sz="2000" dirty="0" err="1"/>
              <a:t>muy</a:t>
            </a:r>
            <a:r>
              <a:rPr sz="2000" dirty="0"/>
              <a:t> </a:t>
            </a:r>
            <a:r>
              <a:rPr sz="2000" dirty="0" err="1"/>
              <a:t>escalables</a:t>
            </a:r>
            <a:r>
              <a:rPr sz="2000" dirty="0"/>
              <a:t> y </a:t>
            </a:r>
            <a:r>
              <a:rPr sz="2000" dirty="0" err="1"/>
              <a:t>eficientes</a:t>
            </a:r>
            <a:r>
              <a:rPr sz="2000" dirty="0"/>
              <a:t> en </a:t>
            </a:r>
            <a:r>
              <a:rPr sz="2000" dirty="0" err="1"/>
              <a:t>cuanto</a:t>
            </a:r>
            <a:r>
              <a:rPr sz="2000" dirty="0"/>
              <a:t> al </a:t>
            </a:r>
            <a:r>
              <a:rPr sz="2000" dirty="0" err="1"/>
              <a:t>consumo</a:t>
            </a:r>
            <a:r>
              <a:rPr sz="2000" dirty="0"/>
              <a:t> de </a:t>
            </a:r>
            <a:r>
              <a:rPr sz="2000" dirty="0" err="1"/>
              <a:t>recursos</a:t>
            </a:r>
            <a:r>
              <a:rPr sz="2000" dirty="0">
                <a:sym typeface="+mn-ea"/>
              </a:rPr>
              <a:t>.</a:t>
            </a:r>
            <a:r>
              <a:rPr lang="es-AR" sz="2000" dirty="0">
                <a:sym typeface="+mn-ea"/>
              </a:rPr>
              <a:t> &gt;</a:t>
            </a:r>
            <a:endParaRPr sz="2000" dirty="0"/>
          </a:p>
          <a:p>
            <a:pPr marL="0" lvl="0" indent="0" algn="l" rtl="0">
              <a:lnSpc>
                <a:spcPct val="100000"/>
              </a:lnSpc>
              <a:spcBef>
                <a:spcPts val="0"/>
              </a:spcBef>
              <a:spcAft>
                <a:spcPts val="0"/>
              </a:spcAft>
              <a:buSzPts val="2800"/>
              <a:buNone/>
            </a:pPr>
            <a:endParaRPr sz="2000" dirty="0"/>
          </a:p>
          <a:p>
            <a:pPr marL="0" lvl="0" indent="0" algn="l" rtl="0">
              <a:lnSpc>
                <a:spcPct val="100000"/>
              </a:lnSpc>
              <a:spcBef>
                <a:spcPts val="0"/>
              </a:spcBef>
              <a:spcAft>
                <a:spcPts val="0"/>
              </a:spcAft>
              <a:buSzPts val="2800"/>
              <a:buNone/>
            </a:pPr>
            <a:endParaRPr lang="en-GB" sz="2000" dirty="0"/>
          </a:p>
        </p:txBody>
      </p:sp>
      <p:grpSp>
        <p:nvGrpSpPr>
          <p:cNvPr id="462" name="Google Shape;462;p1"/>
          <p:cNvGrpSpPr/>
          <p:nvPr/>
        </p:nvGrpSpPr>
        <p:grpSpPr>
          <a:xfrm>
            <a:off x="1403350" y="1215390"/>
            <a:ext cx="506095" cy="3429588"/>
            <a:chOff x="1403365" y="1759900"/>
            <a:chExt cx="506100" cy="2873303"/>
          </a:xfrm>
        </p:grpSpPr>
        <p:cxnSp>
          <p:nvCxnSpPr>
            <p:cNvPr id="463" name="Google Shape;463;p1"/>
            <p:cNvCxnSpPr/>
            <p:nvPr/>
          </p:nvCxnSpPr>
          <p:spPr>
            <a:xfrm>
              <a:off x="1551956" y="1759900"/>
              <a:ext cx="0" cy="2490833"/>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a:xfrm>
              <a:off x="1403365" y="4223561"/>
              <a:ext cx="506100" cy="409642"/>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panose="020B0604020202020204"/>
                <a:buNone/>
              </a:pPr>
              <a:r>
                <a:rPr lang="en-GB" sz="20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rPr>
                <a:t>}</a:t>
              </a:r>
              <a:endParaRPr sz="20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endParaRPr>
            </a:p>
          </p:txBody>
        </p:sp>
      </p:grpSp>
      <p:sp>
        <p:nvSpPr>
          <p:cNvPr id="4"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a:solidFill>
                  <a:schemeClr val="accent3"/>
                </a:solidFill>
              </a:rPr>
              <a:t>UNIDAD 4 - Programación del Lado del Servidor y Persistencia de Datos</a:t>
            </a:r>
            <a:endParaRPr lang="es-AR" altLang="en-GB" sz="1400">
              <a:solidFill>
                <a:schemeClr val="accent3"/>
              </a:solidFill>
            </a:endParaRP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endPar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endParaRPr>
          </a:p>
        </p:txBody>
      </p:sp>
      <p:sp>
        <p:nvSpPr>
          <p:cNvPr id="3"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sp>
        <p:nvSpPr>
          <p:cNvPr id="7" name="Google Shape;465;p1"/>
          <p:cNvSpPr txBox="1"/>
          <p:nvPr/>
        </p:nvSpPr>
        <p:spPr>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1400">
                <a:sym typeface="+mn-ea"/>
              </a:rPr>
              <a:t>Introducción a Node.Js</a:t>
            </a:r>
            <a:endParaRPr lang="es-AR" altLang="es-MX" sz="1400">
              <a:solidFill>
                <a:schemeClr val="accent3"/>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1"/>
          <p:cNvSpPr txBox="1">
            <a:spLocks noGrp="1"/>
          </p:cNvSpPr>
          <p:nvPr>
            <p:ph type="ctrTitle"/>
          </p:nvPr>
        </p:nvSpPr>
        <p:spPr>
          <a:xfrm>
            <a:off x="1403985" y="495300"/>
            <a:ext cx="7717155" cy="51752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pPr>
            <a:r>
              <a:rPr lang="es-MX" altLang="es-AR" sz="2000">
                <a:sym typeface="+mn-ea"/>
              </a:rPr>
              <a:t>¿Cúales son los</a:t>
            </a:r>
            <a:r>
              <a:rPr lang="es-AR" sz="2000">
                <a:sym typeface="+mn-ea"/>
              </a:rPr>
              <a:t> componentes principales </a:t>
            </a:r>
            <a:r>
              <a:rPr lang="es-MX" altLang="es-AR" sz="2000">
                <a:sym typeface="+mn-ea"/>
              </a:rPr>
              <a:t>d</a:t>
            </a:r>
            <a:r>
              <a:rPr lang="es-AR" sz="2000">
                <a:sym typeface="+mn-ea"/>
              </a:rPr>
              <a:t>el ciclo de eventos?</a:t>
            </a:r>
            <a:r>
              <a:rPr lang="en-GB" sz="2000"/>
              <a:t> </a:t>
            </a:r>
            <a:r>
              <a:rPr lang="en-GB" sz="2000">
                <a:solidFill>
                  <a:schemeClr val="accent2"/>
                </a:solidFill>
              </a:rPr>
              <a:t> </a:t>
            </a:r>
            <a:r>
              <a:rPr lang="en-GB" sz="2000">
                <a:solidFill>
                  <a:schemeClr val="accent3"/>
                </a:solidFill>
              </a:rPr>
              <a:t>{</a:t>
            </a:r>
            <a:endParaRPr sz="2000">
              <a:solidFill>
                <a:schemeClr val="accent3"/>
              </a:solidFill>
            </a:endParaRPr>
          </a:p>
        </p:txBody>
      </p:sp>
      <p:grpSp>
        <p:nvGrpSpPr>
          <p:cNvPr id="462" name="Google Shape;462;p1"/>
          <p:cNvGrpSpPr/>
          <p:nvPr/>
        </p:nvGrpSpPr>
        <p:grpSpPr>
          <a:xfrm>
            <a:off x="1388745" y="1059816"/>
            <a:ext cx="506095" cy="3451172"/>
            <a:chOff x="1388760" y="1449985"/>
            <a:chExt cx="506100" cy="2575481"/>
          </a:xfrm>
        </p:grpSpPr>
        <p:cxnSp>
          <p:nvCxnSpPr>
            <p:cNvPr id="463" name="Google Shape;463;p1"/>
            <p:cNvCxnSpPr/>
            <p:nvPr/>
          </p:nvCxnSpPr>
          <p:spPr>
            <a:xfrm>
              <a:off x="1548146" y="1449985"/>
              <a:ext cx="3810" cy="2073211"/>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a:xfrm>
              <a:off x="1388760" y="3660581"/>
              <a:ext cx="506100" cy="36488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panose="020B0604020202020204"/>
                <a:buNone/>
              </a:pPr>
              <a:r>
                <a:rPr lang="en-GB" sz="20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rPr>
                <a:t>}</a:t>
              </a:r>
              <a:endParaRPr sz="20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endParaRPr>
            </a:p>
          </p:txBody>
        </p:sp>
      </p:grpSp>
      <p:sp>
        <p:nvSpPr>
          <p:cNvPr id="650" name="Google Shape;650;p8"/>
          <p:cNvSpPr/>
          <p:nvPr/>
        </p:nvSpPr>
        <p:spPr>
          <a:xfrm>
            <a:off x="1280125" y="2218446"/>
            <a:ext cx="115500" cy="115500"/>
          </a:xfrm>
          <a:prstGeom prst="ellipse">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2" name="Google Shape;652;p8"/>
          <p:cNvSpPr/>
          <p:nvPr/>
        </p:nvSpPr>
        <p:spPr>
          <a:xfrm>
            <a:off x="1280125" y="2941004"/>
            <a:ext cx="115500" cy="115500"/>
          </a:xfrm>
          <a:prstGeom prst="ellipse">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4" name="Google Shape;654;p8"/>
          <p:cNvSpPr/>
          <p:nvPr/>
        </p:nvSpPr>
        <p:spPr>
          <a:xfrm>
            <a:off x="1280125" y="3663563"/>
            <a:ext cx="115500" cy="115500"/>
          </a:xfrm>
          <a:prstGeom prst="ellipse">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35" name="Group 34"/>
          <p:cNvGrpSpPr/>
          <p:nvPr/>
        </p:nvGrpSpPr>
        <p:grpSpPr>
          <a:xfrm>
            <a:off x="1641792" y="1201421"/>
            <a:ext cx="7200900" cy="2636520"/>
            <a:chOff x="2778" y="1800"/>
            <a:chExt cx="11340" cy="2788"/>
          </a:xfrm>
        </p:grpSpPr>
        <p:sp>
          <p:nvSpPr>
            <p:cNvPr id="481" name="Google Shape;481;p3"/>
            <p:cNvSpPr txBox="1"/>
            <p:nvPr/>
          </p:nvSpPr>
          <p:spPr>
            <a:xfrm>
              <a:off x="2778" y="1800"/>
              <a:ext cx="11308" cy="562"/>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200"/>
                <a:t>&lt;</a:t>
              </a:r>
              <a:r>
                <a:rPr lang="es-AR" altLang="en-GB" sz="1200">
                  <a:solidFill>
                    <a:srgbClr val="FF0000"/>
                  </a:solidFill>
                </a:rPr>
                <a:t> </a:t>
              </a:r>
              <a:r>
                <a:rPr lang="en-GB" sz="1200">
                  <a:solidFill>
                    <a:srgbClr val="00B050"/>
                  </a:solidFill>
                </a:rPr>
                <a:t>Bucle de eventos</a:t>
              </a:r>
              <a:r>
                <a:rPr lang="es-MX" altLang="en-GB" sz="1200">
                  <a:solidFill>
                    <a:srgbClr val="00B050"/>
                  </a:solidFill>
                </a:rPr>
                <a:t>(event loop)</a:t>
              </a:r>
              <a:r>
                <a:rPr lang="en-GB" sz="1200">
                  <a:solidFill>
                    <a:srgbClr val="00B050"/>
                  </a:solidFill>
                </a:rPr>
                <a:t>:</a:t>
              </a:r>
              <a:r>
                <a:rPr lang="en-GB" sz="1200"/>
                <a:t> es el componente principal del ciclo de eventos. Se encarga de recibir y procesar los eventos, así como de llamar a las devoluciones de llamada correspondientes. El bucle de eventos es el encargado de garantizar que las operaciones asíncronas se completen correctamente y de forma eficiente.</a:t>
              </a:r>
              <a:r>
                <a:rPr lang="es-AR" altLang="en-GB" sz="1200"/>
                <a:t> </a:t>
              </a:r>
              <a:r>
                <a:rPr lang="en-GB" sz="1200"/>
                <a:t>&gt;</a:t>
              </a:r>
              <a:endParaRPr lang="en-GB" sz="1200"/>
            </a:p>
          </p:txBody>
        </p:sp>
        <p:sp>
          <p:nvSpPr>
            <p:cNvPr id="24" name="Google Shape;481;p3"/>
            <p:cNvSpPr txBox="1"/>
            <p:nvPr/>
          </p:nvSpPr>
          <p:spPr>
            <a:xfrm>
              <a:off x="2810" y="2493"/>
              <a:ext cx="11308" cy="1292"/>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200" dirty="0"/>
                <a:t>&lt;</a:t>
              </a:r>
              <a:r>
                <a:rPr lang="es-AR" altLang="en-GB" sz="1200" dirty="0"/>
                <a:t> </a:t>
              </a:r>
              <a:r>
                <a:rPr sz="1200" dirty="0" err="1">
                  <a:solidFill>
                    <a:srgbClr val="00B050"/>
                  </a:solidFill>
                </a:rPr>
                <a:t>Fases</a:t>
              </a:r>
              <a:r>
                <a:rPr sz="1200" dirty="0">
                  <a:solidFill>
                    <a:srgbClr val="00B050"/>
                  </a:solidFill>
                </a:rPr>
                <a:t> del </a:t>
              </a:r>
              <a:r>
                <a:rPr sz="1200" dirty="0" err="1">
                  <a:solidFill>
                    <a:srgbClr val="00B050"/>
                  </a:solidFill>
                </a:rPr>
                <a:t>proceso</a:t>
              </a:r>
              <a:r>
                <a:rPr lang="es-MX" sz="1200" dirty="0">
                  <a:solidFill>
                    <a:srgbClr val="00B050"/>
                  </a:solidFill>
                </a:rPr>
                <a:t>(</a:t>
              </a:r>
              <a:r>
                <a:rPr lang="es-MX" sz="1200" dirty="0" err="1">
                  <a:solidFill>
                    <a:srgbClr val="00B050"/>
                  </a:solidFill>
                </a:rPr>
                <a:t>process</a:t>
              </a:r>
              <a:r>
                <a:rPr lang="es-MX" sz="1200" dirty="0">
                  <a:solidFill>
                    <a:srgbClr val="00B050"/>
                  </a:solidFill>
                </a:rPr>
                <a:t> </a:t>
              </a:r>
              <a:r>
                <a:rPr lang="es-MX" sz="1200" dirty="0" err="1">
                  <a:solidFill>
                    <a:srgbClr val="00B050"/>
                  </a:solidFill>
                </a:rPr>
                <a:t>phases</a:t>
              </a:r>
              <a:r>
                <a:rPr lang="es-MX" sz="1200" dirty="0">
                  <a:solidFill>
                    <a:srgbClr val="00B050"/>
                  </a:solidFill>
                </a:rPr>
                <a:t>)</a:t>
              </a:r>
              <a:r>
                <a:rPr sz="1200" dirty="0">
                  <a:solidFill>
                    <a:srgbClr val="00B050"/>
                  </a:solidFill>
                </a:rPr>
                <a:t>:</a:t>
              </a:r>
              <a:r>
                <a:rPr sz="1200" dirty="0"/>
                <a:t> </a:t>
              </a:r>
              <a:r>
                <a:rPr sz="1200" dirty="0" err="1"/>
                <a:t>eson</a:t>
              </a:r>
              <a:r>
                <a:rPr sz="1200" dirty="0"/>
                <a:t> los </a:t>
              </a:r>
              <a:r>
                <a:rPr sz="1200" dirty="0" err="1"/>
                <a:t>distintos</a:t>
              </a:r>
              <a:r>
                <a:rPr sz="1200" dirty="0"/>
                <a:t> </a:t>
              </a:r>
              <a:r>
                <a:rPr sz="1200" dirty="0" err="1"/>
                <a:t>estados</a:t>
              </a:r>
              <a:r>
                <a:rPr sz="1200" dirty="0"/>
                <a:t> </a:t>
              </a:r>
              <a:r>
                <a:rPr sz="1200" dirty="0" err="1"/>
                <a:t>por</a:t>
              </a:r>
              <a:r>
                <a:rPr sz="1200" dirty="0"/>
                <a:t> los </a:t>
              </a:r>
              <a:r>
                <a:rPr sz="1200" dirty="0" err="1"/>
                <a:t>que</a:t>
              </a:r>
              <a:r>
                <a:rPr sz="1200" dirty="0"/>
                <a:t> </a:t>
              </a:r>
              <a:r>
                <a:rPr sz="1200" dirty="0" err="1"/>
                <a:t>pasa</a:t>
              </a:r>
              <a:r>
                <a:rPr sz="1200" dirty="0"/>
                <a:t> el </a:t>
              </a:r>
              <a:r>
                <a:rPr sz="1200" dirty="0" err="1"/>
                <a:t>proceso</a:t>
              </a:r>
              <a:r>
                <a:rPr sz="1200" dirty="0"/>
                <a:t> de Node.js </a:t>
              </a:r>
              <a:r>
                <a:rPr sz="1200" dirty="0" err="1"/>
                <a:t>mientras</a:t>
              </a:r>
              <a:r>
                <a:rPr sz="1200" dirty="0"/>
                <a:t> </a:t>
              </a:r>
              <a:r>
                <a:rPr sz="1200" dirty="0" err="1"/>
                <a:t>espera</a:t>
              </a:r>
              <a:r>
                <a:rPr sz="1200" dirty="0"/>
                <a:t> </a:t>
              </a:r>
              <a:r>
                <a:rPr sz="1200" dirty="0" err="1"/>
                <a:t>eventos</a:t>
              </a:r>
              <a:r>
                <a:rPr sz="1200" dirty="0"/>
                <a:t>. Las </a:t>
              </a:r>
              <a:r>
                <a:rPr sz="1200" dirty="0" err="1"/>
                <a:t>fases</a:t>
              </a:r>
              <a:r>
                <a:rPr sz="1200" dirty="0"/>
                <a:t> del </a:t>
              </a:r>
              <a:r>
                <a:rPr sz="1200" dirty="0" err="1"/>
                <a:t>proceso</a:t>
              </a:r>
              <a:r>
                <a:rPr sz="1200" dirty="0"/>
                <a:t> se </a:t>
              </a:r>
              <a:r>
                <a:rPr sz="1200" dirty="0" err="1"/>
                <a:t>dividen</a:t>
              </a:r>
              <a:r>
                <a:rPr sz="1200" dirty="0"/>
                <a:t> en </a:t>
              </a:r>
              <a:r>
                <a:rPr sz="1200" dirty="0" err="1"/>
                <a:t>varias</a:t>
              </a:r>
              <a:r>
                <a:rPr sz="1200" dirty="0"/>
                <a:t> </a:t>
              </a:r>
              <a:r>
                <a:rPr sz="1200" dirty="0" err="1"/>
                <a:t>categorías</a:t>
              </a:r>
              <a:r>
                <a:rPr sz="1200" dirty="0"/>
                <a:t>, </a:t>
              </a:r>
              <a:r>
                <a:rPr sz="1200" dirty="0" err="1"/>
                <a:t>como</a:t>
              </a:r>
              <a:r>
                <a:rPr sz="1200" dirty="0"/>
                <a:t> la </a:t>
              </a:r>
              <a:r>
                <a:rPr sz="1200" dirty="0" err="1"/>
                <a:t>fase</a:t>
              </a:r>
              <a:r>
                <a:rPr sz="1200" dirty="0"/>
                <a:t> de </a:t>
              </a:r>
              <a:r>
                <a:rPr sz="1200" dirty="0" err="1"/>
                <a:t>temporizadores</a:t>
              </a:r>
              <a:r>
                <a:rPr sz="1200" dirty="0"/>
                <a:t> (timers), la </a:t>
              </a:r>
              <a:r>
                <a:rPr sz="1200" dirty="0" err="1"/>
                <a:t>fase</a:t>
              </a:r>
              <a:r>
                <a:rPr sz="1200" dirty="0"/>
                <a:t> de </a:t>
              </a:r>
              <a:r>
                <a:rPr sz="1200" dirty="0" err="1"/>
                <a:t>entrada</a:t>
              </a:r>
              <a:r>
                <a:rPr sz="1200" dirty="0"/>
                <a:t>/</a:t>
              </a:r>
              <a:r>
                <a:rPr sz="1200" dirty="0" err="1"/>
                <a:t>salida</a:t>
              </a:r>
              <a:r>
                <a:rPr sz="1200" dirty="0"/>
                <a:t> (I/O), la </a:t>
              </a:r>
              <a:r>
                <a:rPr sz="1200" dirty="0" err="1"/>
                <a:t>fase</a:t>
              </a:r>
              <a:r>
                <a:rPr sz="1200" dirty="0"/>
                <a:t> de </a:t>
              </a:r>
              <a:r>
                <a:rPr sz="1200" dirty="0" err="1"/>
                <a:t>comprobación</a:t>
              </a:r>
              <a:r>
                <a:rPr sz="1200" dirty="0"/>
                <a:t> (check), la </a:t>
              </a:r>
              <a:r>
                <a:rPr sz="1200" dirty="0" err="1"/>
                <a:t>fase</a:t>
              </a:r>
              <a:r>
                <a:rPr sz="1200" dirty="0"/>
                <a:t> de </a:t>
              </a:r>
              <a:r>
                <a:rPr sz="1200" dirty="0" err="1"/>
                <a:t>cierre</a:t>
              </a:r>
              <a:r>
                <a:rPr sz="1200" dirty="0"/>
                <a:t> (close), entre </a:t>
              </a:r>
              <a:r>
                <a:rPr sz="1200" dirty="0" err="1"/>
                <a:t>otras</a:t>
              </a:r>
              <a:r>
                <a:rPr sz="1200" dirty="0"/>
                <a:t>. </a:t>
              </a:r>
              <a:r>
                <a:rPr sz="1200" dirty="0" err="1"/>
                <a:t>Cada</a:t>
              </a:r>
              <a:r>
                <a:rPr sz="1200" dirty="0"/>
                <a:t> </a:t>
              </a:r>
              <a:r>
                <a:rPr sz="1200" dirty="0" err="1"/>
                <a:t>fase</a:t>
              </a:r>
              <a:r>
                <a:rPr sz="1200" dirty="0"/>
                <a:t> </a:t>
              </a:r>
              <a:r>
                <a:rPr sz="1200" dirty="0" err="1"/>
                <a:t>está</a:t>
              </a:r>
              <a:r>
                <a:rPr sz="1200" dirty="0"/>
                <a:t> </a:t>
              </a:r>
              <a:r>
                <a:rPr sz="1200" dirty="0" err="1"/>
                <a:t>asociada</a:t>
              </a:r>
              <a:r>
                <a:rPr sz="1200" dirty="0"/>
                <a:t> con un </a:t>
              </a:r>
              <a:r>
                <a:rPr sz="1200" dirty="0" err="1"/>
                <a:t>conjunto</a:t>
              </a:r>
              <a:r>
                <a:rPr sz="1200" dirty="0"/>
                <a:t> </a:t>
              </a:r>
              <a:r>
                <a:rPr sz="1200" dirty="0" err="1"/>
                <a:t>específico</a:t>
              </a:r>
              <a:r>
                <a:rPr sz="1200" dirty="0"/>
                <a:t> de </a:t>
              </a:r>
              <a:r>
                <a:rPr sz="1200" dirty="0" err="1"/>
                <a:t>eventos</a:t>
              </a:r>
              <a:r>
                <a:rPr sz="1200" dirty="0"/>
                <a:t> y </a:t>
              </a:r>
              <a:r>
                <a:rPr sz="1200" dirty="0" err="1"/>
                <a:t>devoluciones</a:t>
              </a:r>
              <a:r>
                <a:rPr sz="1200" dirty="0"/>
                <a:t> de </a:t>
              </a:r>
              <a:r>
                <a:rPr sz="1200" dirty="0" err="1"/>
                <a:t>llamada</a:t>
              </a:r>
              <a:r>
                <a:rPr sz="1200" dirty="0"/>
                <a:t>.</a:t>
              </a:r>
              <a:r>
                <a:rPr lang="es-MX" sz="1200" dirty="0"/>
                <a:t> </a:t>
              </a:r>
              <a:r>
                <a:rPr lang="en-GB" sz="1200" dirty="0"/>
                <a:t>&gt;</a:t>
              </a:r>
              <a:endParaRPr lang="en-GB" sz="1200" dirty="0"/>
            </a:p>
          </p:txBody>
        </p:sp>
        <p:sp>
          <p:nvSpPr>
            <p:cNvPr id="30" name="Google Shape;481;p3"/>
            <p:cNvSpPr txBox="1"/>
            <p:nvPr/>
          </p:nvSpPr>
          <p:spPr>
            <a:xfrm>
              <a:off x="2778" y="3774"/>
              <a:ext cx="11308" cy="814"/>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200" dirty="0"/>
                <a:t>&lt;</a:t>
              </a:r>
              <a:r>
                <a:rPr lang="es-AR" altLang="en-GB" sz="1200" dirty="0"/>
                <a:t> </a:t>
              </a:r>
              <a:r>
                <a:rPr sz="1200" dirty="0">
                  <a:solidFill>
                    <a:srgbClr val="00B050"/>
                  </a:solidFill>
                </a:rPr>
                <a:t>Cola de </a:t>
              </a:r>
              <a:r>
                <a:rPr sz="1200" dirty="0" err="1">
                  <a:solidFill>
                    <a:srgbClr val="00B050"/>
                  </a:solidFill>
                </a:rPr>
                <a:t>eventos</a:t>
              </a:r>
              <a:r>
                <a:rPr lang="es-MX" sz="1200" dirty="0">
                  <a:solidFill>
                    <a:srgbClr val="00B050"/>
                  </a:solidFill>
                </a:rPr>
                <a:t>(</a:t>
              </a:r>
              <a:r>
                <a:rPr lang="es-MX" sz="1200" dirty="0" err="1">
                  <a:solidFill>
                    <a:srgbClr val="00B050"/>
                  </a:solidFill>
                </a:rPr>
                <a:t>event</a:t>
              </a:r>
              <a:r>
                <a:rPr lang="es-MX" sz="1200" dirty="0">
                  <a:solidFill>
                    <a:srgbClr val="00B050"/>
                  </a:solidFill>
                </a:rPr>
                <a:t> </a:t>
              </a:r>
              <a:r>
                <a:rPr lang="es-MX" sz="1200" dirty="0" err="1">
                  <a:solidFill>
                    <a:srgbClr val="00B050"/>
                  </a:solidFill>
                </a:rPr>
                <a:t>queue</a:t>
              </a:r>
              <a:r>
                <a:rPr lang="es-MX" sz="1200" dirty="0">
                  <a:solidFill>
                    <a:srgbClr val="00B050"/>
                  </a:solidFill>
                </a:rPr>
                <a:t>)</a:t>
              </a:r>
              <a:r>
                <a:rPr sz="1200" dirty="0">
                  <a:solidFill>
                    <a:srgbClr val="00B050"/>
                  </a:solidFill>
                </a:rPr>
                <a:t>:</a:t>
              </a:r>
              <a:r>
                <a:rPr sz="1200" dirty="0"/>
                <a:t>  </a:t>
              </a:r>
              <a:r>
                <a:rPr sz="1200" dirty="0" err="1"/>
                <a:t>es</a:t>
              </a:r>
              <a:r>
                <a:rPr sz="1200" dirty="0"/>
                <a:t> </a:t>
              </a:r>
              <a:r>
                <a:rPr sz="1200" dirty="0" err="1"/>
                <a:t>donde</a:t>
              </a:r>
              <a:r>
                <a:rPr sz="1200" dirty="0"/>
                <a:t> se </a:t>
              </a:r>
              <a:r>
                <a:rPr sz="1200" dirty="0" err="1"/>
                <a:t>almacenan</a:t>
              </a:r>
              <a:r>
                <a:rPr sz="1200" dirty="0"/>
                <a:t> los </a:t>
              </a:r>
              <a:r>
                <a:rPr sz="1200" dirty="0" err="1"/>
                <a:t>eventos</a:t>
              </a:r>
              <a:r>
                <a:rPr sz="1200" dirty="0"/>
                <a:t> </a:t>
              </a:r>
              <a:r>
                <a:rPr sz="1200" dirty="0" err="1"/>
                <a:t>que</a:t>
              </a:r>
              <a:r>
                <a:rPr sz="1200" dirty="0"/>
                <a:t> </a:t>
              </a:r>
              <a:r>
                <a:rPr sz="1200" dirty="0" err="1"/>
                <a:t>aún</a:t>
              </a:r>
              <a:r>
                <a:rPr sz="1200" dirty="0"/>
                <a:t> no </a:t>
              </a:r>
              <a:r>
                <a:rPr sz="1200" dirty="0" err="1"/>
                <a:t>han</a:t>
              </a:r>
              <a:r>
                <a:rPr sz="1200" dirty="0"/>
                <a:t> </a:t>
              </a:r>
              <a:r>
                <a:rPr sz="1200" dirty="0" err="1"/>
                <a:t>sido</a:t>
              </a:r>
              <a:r>
                <a:rPr sz="1200" dirty="0"/>
                <a:t> </a:t>
              </a:r>
              <a:r>
                <a:rPr sz="1200" dirty="0" err="1"/>
                <a:t>procesados</a:t>
              </a:r>
              <a:r>
                <a:rPr sz="1200" dirty="0"/>
                <a:t> </a:t>
              </a:r>
              <a:r>
                <a:rPr sz="1200" dirty="0" err="1"/>
                <a:t>por</a:t>
              </a:r>
              <a:r>
                <a:rPr sz="1200" dirty="0"/>
                <a:t> el </a:t>
              </a:r>
              <a:r>
                <a:rPr sz="1200" dirty="0" err="1"/>
                <a:t>bucle</a:t>
              </a:r>
              <a:r>
                <a:rPr sz="1200" dirty="0"/>
                <a:t> de </a:t>
              </a:r>
              <a:r>
                <a:rPr sz="1200" dirty="0" err="1"/>
                <a:t>eventos</a:t>
              </a:r>
              <a:r>
                <a:rPr sz="1200" dirty="0"/>
                <a:t>. Los </a:t>
              </a:r>
              <a:r>
                <a:rPr sz="1200" dirty="0" err="1"/>
                <a:t>eventos</a:t>
              </a:r>
              <a:r>
                <a:rPr sz="1200" dirty="0"/>
                <a:t> se </a:t>
              </a:r>
              <a:r>
                <a:rPr sz="1200" dirty="0" err="1"/>
                <a:t>agregan</a:t>
              </a:r>
              <a:r>
                <a:rPr sz="1200" dirty="0"/>
                <a:t> a la cola de </a:t>
              </a:r>
              <a:r>
                <a:rPr sz="1200" dirty="0" err="1"/>
                <a:t>eventos</a:t>
              </a:r>
              <a:r>
                <a:rPr sz="1200" dirty="0"/>
                <a:t> a </a:t>
              </a:r>
              <a:r>
                <a:rPr sz="1200" dirty="0" err="1"/>
                <a:t>medida</a:t>
              </a:r>
              <a:r>
                <a:rPr sz="1200" dirty="0"/>
                <a:t> </a:t>
              </a:r>
              <a:r>
                <a:rPr sz="1200" dirty="0" err="1"/>
                <a:t>que</a:t>
              </a:r>
              <a:r>
                <a:rPr sz="1200" dirty="0"/>
                <a:t> se </a:t>
              </a:r>
              <a:r>
                <a:rPr sz="1200" dirty="0" err="1"/>
                <a:t>producen</a:t>
              </a:r>
              <a:r>
                <a:rPr sz="1200" dirty="0"/>
                <a:t> y se </a:t>
              </a:r>
              <a:r>
                <a:rPr sz="1200" dirty="0" err="1"/>
                <a:t>procesan</a:t>
              </a:r>
              <a:r>
                <a:rPr sz="1200" dirty="0"/>
                <a:t> en el </a:t>
              </a:r>
              <a:r>
                <a:rPr sz="1200" dirty="0" err="1"/>
                <a:t>orden</a:t>
              </a:r>
              <a:r>
                <a:rPr sz="1200" dirty="0"/>
                <a:t> en </a:t>
              </a:r>
              <a:r>
                <a:rPr sz="1200" dirty="0" err="1"/>
                <a:t>que</a:t>
              </a:r>
              <a:r>
                <a:rPr sz="1200" dirty="0"/>
                <a:t> se </a:t>
              </a:r>
              <a:r>
                <a:rPr sz="1200" dirty="0" err="1"/>
                <a:t>agregaron</a:t>
              </a:r>
              <a:r>
                <a:rPr sz="1200" dirty="0"/>
                <a:t>. La cola de </a:t>
              </a:r>
              <a:r>
                <a:rPr sz="1200" dirty="0" err="1"/>
                <a:t>eventos</a:t>
              </a:r>
              <a:r>
                <a:rPr sz="1200" dirty="0"/>
                <a:t> </a:t>
              </a:r>
              <a:r>
                <a:rPr sz="1200" dirty="0" err="1"/>
                <a:t>permite</a:t>
              </a:r>
              <a:r>
                <a:rPr sz="1200" dirty="0"/>
                <a:t> </a:t>
              </a:r>
              <a:r>
                <a:rPr sz="1200" dirty="0" err="1"/>
                <a:t>que</a:t>
              </a:r>
              <a:r>
                <a:rPr sz="1200" dirty="0"/>
                <a:t> los </a:t>
              </a:r>
              <a:r>
                <a:rPr sz="1200" dirty="0" err="1"/>
                <a:t>eventos</a:t>
              </a:r>
              <a:r>
                <a:rPr sz="1200" dirty="0"/>
                <a:t> </a:t>
              </a:r>
              <a:r>
                <a:rPr sz="1200" dirty="0" err="1"/>
                <a:t>asíncronos</a:t>
              </a:r>
              <a:r>
                <a:rPr sz="1200" dirty="0"/>
                <a:t> se </a:t>
              </a:r>
              <a:r>
                <a:rPr sz="1200" dirty="0" err="1"/>
                <a:t>manejen</a:t>
              </a:r>
              <a:r>
                <a:rPr sz="1200" dirty="0"/>
                <a:t> de forma </a:t>
              </a:r>
              <a:r>
                <a:rPr sz="1200" dirty="0" err="1"/>
                <a:t>ordenada</a:t>
              </a:r>
              <a:r>
                <a:rPr sz="1200" dirty="0"/>
                <a:t> y se </a:t>
              </a:r>
              <a:r>
                <a:rPr sz="1200" dirty="0" err="1"/>
                <a:t>procesen</a:t>
              </a:r>
              <a:r>
                <a:rPr sz="1200" dirty="0"/>
                <a:t> de </a:t>
              </a:r>
              <a:r>
                <a:rPr sz="1200" dirty="0" err="1"/>
                <a:t>manera</a:t>
              </a:r>
              <a:r>
                <a:rPr sz="1200" dirty="0"/>
                <a:t> </a:t>
              </a:r>
              <a:r>
                <a:rPr sz="1200" dirty="0" err="1"/>
                <a:t>eficiente</a:t>
              </a:r>
              <a:r>
                <a:rPr sz="1200" dirty="0"/>
                <a:t>.</a:t>
              </a:r>
              <a:r>
                <a:rPr lang="en-GB" sz="1200" dirty="0"/>
                <a:t>&gt;</a:t>
              </a:r>
              <a:endParaRPr lang="en-GB" sz="1200" dirty="0"/>
            </a:p>
          </p:txBody>
        </p:sp>
      </p:grpSp>
      <p:sp>
        <p:nvSpPr>
          <p:cNvPr id="3"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a:solidFill>
                  <a:schemeClr val="accent3"/>
                </a:solidFill>
              </a:rPr>
              <a:t>UNIDAD 4 - Programación del Lado del Servidor y Persistencia de Datos</a:t>
            </a:r>
            <a:endParaRPr lang="es-AR" altLang="en-GB" sz="1400">
              <a:solidFill>
                <a:schemeClr val="accent3"/>
              </a:solidFill>
            </a:endParaRP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endPar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endParaRPr>
          </a:p>
        </p:txBody>
      </p:sp>
      <p:sp>
        <p:nvSpPr>
          <p:cNvPr id="4"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sp>
        <p:nvSpPr>
          <p:cNvPr id="7" name="Google Shape;465;p1"/>
          <p:cNvSpPr txBox="1"/>
          <p:nvPr/>
        </p:nvSpPr>
        <p:spPr>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1400">
                <a:sym typeface="+mn-ea"/>
              </a:rPr>
              <a:t>Introducción a Node.Js</a:t>
            </a:r>
            <a:endParaRPr lang="es-AR" altLang="es-MX" sz="1400">
              <a:solidFill>
                <a:schemeClr val="accent3"/>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1"/>
          <p:cNvSpPr txBox="1">
            <a:spLocks noGrp="1"/>
          </p:cNvSpPr>
          <p:nvPr>
            <p:ph type="ctrTitle"/>
          </p:nvPr>
        </p:nvSpPr>
        <p:spPr>
          <a:xfrm>
            <a:off x="1413510" y="610870"/>
            <a:ext cx="7717155" cy="51752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pPr>
            <a:r>
              <a:rPr lang="es-AR" sz="2000">
                <a:sym typeface="+mn-ea"/>
              </a:rPr>
              <a:t>¿Cómo funciona el ciclo de eventos en Node?</a:t>
            </a:r>
            <a:r>
              <a:rPr lang="en-GB" sz="2000"/>
              <a:t> </a:t>
            </a:r>
            <a:r>
              <a:rPr lang="en-GB" sz="2000">
                <a:solidFill>
                  <a:schemeClr val="accent2"/>
                </a:solidFill>
              </a:rPr>
              <a:t> </a:t>
            </a:r>
            <a:r>
              <a:rPr lang="en-GB" sz="2000">
                <a:solidFill>
                  <a:schemeClr val="accent3"/>
                </a:solidFill>
              </a:rPr>
              <a:t>{</a:t>
            </a:r>
            <a:endParaRPr sz="2000">
              <a:solidFill>
                <a:schemeClr val="accent3"/>
              </a:solidFill>
            </a:endParaRPr>
          </a:p>
        </p:txBody>
      </p:sp>
      <p:grpSp>
        <p:nvGrpSpPr>
          <p:cNvPr id="462" name="Google Shape;462;p1"/>
          <p:cNvGrpSpPr/>
          <p:nvPr/>
        </p:nvGrpSpPr>
        <p:grpSpPr>
          <a:xfrm>
            <a:off x="1388745" y="1059816"/>
            <a:ext cx="506095" cy="3451172"/>
            <a:chOff x="1388760" y="1449985"/>
            <a:chExt cx="506100" cy="2575481"/>
          </a:xfrm>
        </p:grpSpPr>
        <p:cxnSp>
          <p:nvCxnSpPr>
            <p:cNvPr id="463" name="Google Shape;463;p1"/>
            <p:cNvCxnSpPr/>
            <p:nvPr/>
          </p:nvCxnSpPr>
          <p:spPr>
            <a:xfrm>
              <a:off x="1548146" y="1449985"/>
              <a:ext cx="3810" cy="2073211"/>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a:xfrm>
              <a:off x="1388760" y="3660581"/>
              <a:ext cx="506100" cy="36488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panose="020B0604020202020204"/>
                <a:buNone/>
              </a:pPr>
              <a:r>
                <a:rPr lang="en-GB" sz="20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rPr>
                <a:t>}</a:t>
              </a:r>
              <a:endParaRPr sz="20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endParaRPr>
            </a:p>
          </p:txBody>
        </p:sp>
      </p:grpSp>
      <p:sp>
        <p:nvSpPr>
          <p:cNvPr id="650" name="Google Shape;650;p8"/>
          <p:cNvSpPr/>
          <p:nvPr/>
        </p:nvSpPr>
        <p:spPr>
          <a:xfrm>
            <a:off x="1280125" y="2218446"/>
            <a:ext cx="115500" cy="115500"/>
          </a:xfrm>
          <a:prstGeom prst="ellipse">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2" name="Google Shape;652;p8"/>
          <p:cNvSpPr/>
          <p:nvPr/>
        </p:nvSpPr>
        <p:spPr>
          <a:xfrm>
            <a:off x="1280125" y="2941004"/>
            <a:ext cx="115500" cy="115500"/>
          </a:xfrm>
          <a:prstGeom prst="ellipse">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4" name="Google Shape;654;p8"/>
          <p:cNvSpPr/>
          <p:nvPr/>
        </p:nvSpPr>
        <p:spPr>
          <a:xfrm>
            <a:off x="1280125" y="3663563"/>
            <a:ext cx="115500" cy="115500"/>
          </a:xfrm>
          <a:prstGeom prst="ellipse">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1" name="Group 10"/>
          <p:cNvGrpSpPr/>
          <p:nvPr/>
        </p:nvGrpSpPr>
        <p:grpSpPr>
          <a:xfrm>
            <a:off x="1280160" y="1203325"/>
            <a:ext cx="7170420" cy="226669"/>
            <a:chOff x="2324" y="2192"/>
            <a:chExt cx="11292" cy="567"/>
          </a:xfrm>
        </p:grpSpPr>
        <p:sp>
          <p:nvSpPr>
            <p:cNvPr id="481" name="Google Shape;481;p3"/>
            <p:cNvSpPr txBox="1"/>
            <p:nvPr/>
          </p:nvSpPr>
          <p:spPr>
            <a:xfrm>
              <a:off x="3199" y="2192"/>
              <a:ext cx="10417" cy="567"/>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000"/>
                <a:t>&lt;</a:t>
              </a:r>
              <a:r>
                <a:rPr sz="1000"/>
                <a:t> Node espera la llegada de solicitudes y eventos.</a:t>
              </a:r>
              <a:r>
                <a:rPr lang="en-GB" sz="1000"/>
                <a:t> &gt;</a:t>
              </a:r>
              <a:endParaRPr lang="en-GB" sz="1000"/>
            </a:p>
          </p:txBody>
        </p:sp>
        <p:sp>
          <p:nvSpPr>
            <p:cNvPr id="480" name="Google Shape;480;p3"/>
            <p:cNvSpPr txBox="1"/>
            <p:nvPr/>
          </p:nvSpPr>
          <p:spPr>
            <a:xfrm flipH="1">
              <a:off x="2324" y="2214"/>
              <a:ext cx="1373"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panose="020B0604020202020204"/>
                <a:buNone/>
                <a:defRPr sz="2800" b="0" i="0" u="none" strike="noStrike" cap="none">
                  <a:solidFill>
                    <a:schemeClr val="lt1"/>
                  </a:solidFill>
                  <a:latin typeface="Fira Code" panose="020B0604020202020204"/>
                  <a:ea typeface="Fira Code" panose="020B0604020202020204"/>
                  <a:cs typeface="Fira Code" panose="020B0604020202020204"/>
                  <a:sym typeface="Fira Code" panose="020B0604020202020204"/>
                </a:defRPr>
              </a:lvl1pPr>
              <a:lvl2pPr marR="0" lvl="1"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R="0" lvl="2"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R="0" lvl="3"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R="0" lvl="4"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R="0" lvl="5"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R="0" lvl="6"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R="0" lvl="7"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R="0" lvl="8"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500"/>
                <a:buNone/>
              </a:pPr>
              <a:r>
                <a:rPr lang="es-AR" altLang="en-GB" sz="1000"/>
                <a:t>1)</a:t>
              </a:r>
              <a:endParaRPr lang="es-AR" altLang="en-GB" sz="1000"/>
            </a:p>
          </p:txBody>
        </p:sp>
      </p:grpSp>
      <p:grpSp>
        <p:nvGrpSpPr>
          <p:cNvPr id="3" name="Group 2"/>
          <p:cNvGrpSpPr/>
          <p:nvPr/>
        </p:nvGrpSpPr>
        <p:grpSpPr>
          <a:xfrm>
            <a:off x="1280160" y="1470013"/>
            <a:ext cx="7170420" cy="272489"/>
            <a:chOff x="2324" y="2346"/>
            <a:chExt cx="11292" cy="612"/>
          </a:xfrm>
        </p:grpSpPr>
        <p:sp>
          <p:nvSpPr>
            <p:cNvPr id="5" name="Google Shape;481;p3"/>
            <p:cNvSpPr txBox="1"/>
            <p:nvPr/>
          </p:nvSpPr>
          <p:spPr>
            <a:xfrm>
              <a:off x="3199" y="2346"/>
              <a:ext cx="10417" cy="612"/>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000"/>
                <a:t>&lt;</a:t>
              </a:r>
              <a:r>
                <a:rPr sz="1000"/>
                <a:t> Cuando una solicitud llega, Node agrega la tarea correspondiente a la cola de eventos.</a:t>
              </a:r>
              <a:r>
                <a:rPr lang="en-GB" sz="1000"/>
                <a:t> &gt;</a:t>
              </a:r>
              <a:endParaRPr lang="en-GB" sz="1000"/>
            </a:p>
          </p:txBody>
        </p:sp>
        <p:sp>
          <p:nvSpPr>
            <p:cNvPr id="6" name="Google Shape;480;p3"/>
            <p:cNvSpPr txBox="1"/>
            <p:nvPr/>
          </p:nvSpPr>
          <p:spPr>
            <a:xfrm flipH="1">
              <a:off x="2324" y="2386"/>
              <a:ext cx="1373"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panose="020B0604020202020204"/>
                <a:buNone/>
                <a:defRPr sz="2800" b="0" i="0" u="none" strike="noStrike" cap="none">
                  <a:solidFill>
                    <a:schemeClr val="lt1"/>
                  </a:solidFill>
                  <a:latin typeface="Fira Code" panose="020B0604020202020204"/>
                  <a:ea typeface="Fira Code" panose="020B0604020202020204"/>
                  <a:cs typeface="Fira Code" panose="020B0604020202020204"/>
                  <a:sym typeface="Fira Code" panose="020B0604020202020204"/>
                </a:defRPr>
              </a:lvl1pPr>
              <a:lvl2pPr marR="0" lvl="1"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R="0" lvl="2"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R="0" lvl="3"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R="0" lvl="4"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R="0" lvl="5"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R="0" lvl="6"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R="0" lvl="7"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R="0" lvl="8"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500"/>
                <a:buNone/>
              </a:pPr>
              <a:r>
                <a:rPr lang="es-AR" altLang="en-GB" sz="1000"/>
                <a:t>2)</a:t>
              </a:r>
              <a:endParaRPr lang="es-AR" altLang="en-GB" sz="1000"/>
            </a:p>
          </p:txBody>
        </p:sp>
      </p:grpSp>
      <p:grpSp>
        <p:nvGrpSpPr>
          <p:cNvPr id="19" name="Group 18"/>
          <p:cNvGrpSpPr/>
          <p:nvPr/>
        </p:nvGrpSpPr>
        <p:grpSpPr>
          <a:xfrm>
            <a:off x="1280160" y="1788132"/>
            <a:ext cx="7404100" cy="279838"/>
            <a:chOff x="2324" y="2292"/>
            <a:chExt cx="11660" cy="700"/>
          </a:xfrm>
        </p:grpSpPr>
        <p:sp>
          <p:nvSpPr>
            <p:cNvPr id="23" name="Google Shape;481;p3"/>
            <p:cNvSpPr txBox="1"/>
            <p:nvPr/>
          </p:nvSpPr>
          <p:spPr>
            <a:xfrm>
              <a:off x="3199" y="2292"/>
              <a:ext cx="10785" cy="7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000"/>
                <a:t>&lt;</a:t>
              </a:r>
              <a:r>
                <a:rPr sz="1000"/>
                <a:t> El event loop toma la siguiente tarea de la cola de eventos y la procesa de manera asíncrona y no bloqueante.</a:t>
              </a:r>
              <a:r>
                <a:rPr lang="en-GB" sz="1000"/>
                <a:t> &gt;</a:t>
              </a:r>
              <a:endParaRPr lang="en-GB" sz="1000"/>
            </a:p>
          </p:txBody>
        </p:sp>
        <p:sp>
          <p:nvSpPr>
            <p:cNvPr id="24" name="Google Shape;480;p3"/>
            <p:cNvSpPr txBox="1"/>
            <p:nvPr/>
          </p:nvSpPr>
          <p:spPr>
            <a:xfrm flipH="1">
              <a:off x="2324" y="2386"/>
              <a:ext cx="1373"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panose="020B0604020202020204"/>
                <a:buNone/>
                <a:defRPr sz="2800" b="0" i="0" u="none" strike="noStrike" cap="none">
                  <a:solidFill>
                    <a:schemeClr val="lt1"/>
                  </a:solidFill>
                  <a:latin typeface="Fira Code" panose="020B0604020202020204"/>
                  <a:ea typeface="Fira Code" panose="020B0604020202020204"/>
                  <a:cs typeface="Fira Code" panose="020B0604020202020204"/>
                  <a:sym typeface="Fira Code" panose="020B0604020202020204"/>
                </a:defRPr>
              </a:lvl1pPr>
              <a:lvl2pPr marR="0" lvl="1"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R="0" lvl="2"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R="0" lvl="3"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R="0" lvl="4"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R="0" lvl="5"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R="0" lvl="6"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R="0" lvl="7"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R="0" lvl="8"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500"/>
                <a:buNone/>
              </a:pPr>
              <a:r>
                <a:rPr lang="es-AR" altLang="en-GB" sz="1000"/>
                <a:t>3)</a:t>
              </a:r>
              <a:endParaRPr lang="es-AR" altLang="en-GB" sz="1000"/>
            </a:p>
          </p:txBody>
        </p:sp>
      </p:grpSp>
      <p:grpSp>
        <p:nvGrpSpPr>
          <p:cNvPr id="25" name="Group 24"/>
          <p:cNvGrpSpPr/>
          <p:nvPr/>
        </p:nvGrpSpPr>
        <p:grpSpPr>
          <a:xfrm>
            <a:off x="1280160" y="2051685"/>
            <a:ext cx="7170420" cy="441345"/>
            <a:chOff x="2324" y="2192"/>
            <a:chExt cx="11292" cy="1104"/>
          </a:xfrm>
        </p:grpSpPr>
        <p:sp>
          <p:nvSpPr>
            <p:cNvPr id="26" name="Google Shape;481;p3"/>
            <p:cNvSpPr txBox="1"/>
            <p:nvPr/>
          </p:nvSpPr>
          <p:spPr>
            <a:xfrm>
              <a:off x="3199" y="2192"/>
              <a:ext cx="10417" cy="1104"/>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000"/>
                <a:t>&lt;</a:t>
              </a:r>
              <a:r>
                <a:rPr sz="1000"/>
                <a:t> Si la tarea requiere una operación de entrada/salida (por ejemplo, una lectura de un archivo o una consulta a una base de datos), Node la envía al sistema operativo para que la maneje.</a:t>
              </a:r>
              <a:r>
                <a:rPr lang="en-GB" sz="1000"/>
                <a:t> &gt;</a:t>
              </a:r>
              <a:endParaRPr lang="en-GB" sz="1000"/>
            </a:p>
          </p:txBody>
        </p:sp>
        <p:sp>
          <p:nvSpPr>
            <p:cNvPr id="27" name="Google Shape;480;p3"/>
            <p:cNvSpPr txBox="1"/>
            <p:nvPr/>
          </p:nvSpPr>
          <p:spPr>
            <a:xfrm flipH="1">
              <a:off x="2324" y="2386"/>
              <a:ext cx="1373"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panose="020B0604020202020204"/>
                <a:buNone/>
                <a:defRPr sz="2800" b="0" i="0" u="none" strike="noStrike" cap="none">
                  <a:solidFill>
                    <a:schemeClr val="lt1"/>
                  </a:solidFill>
                  <a:latin typeface="Fira Code" panose="020B0604020202020204"/>
                  <a:ea typeface="Fira Code" panose="020B0604020202020204"/>
                  <a:cs typeface="Fira Code" panose="020B0604020202020204"/>
                  <a:sym typeface="Fira Code" panose="020B0604020202020204"/>
                </a:defRPr>
              </a:lvl1pPr>
              <a:lvl2pPr marR="0" lvl="1"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R="0" lvl="2"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R="0" lvl="3"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R="0" lvl="4"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R="0" lvl="5"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R="0" lvl="6"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R="0" lvl="7"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R="0" lvl="8"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500"/>
                <a:buNone/>
              </a:pPr>
              <a:r>
                <a:rPr lang="es-AR" altLang="en-GB" sz="1000"/>
                <a:t>4)</a:t>
              </a:r>
              <a:endParaRPr lang="es-AR" altLang="en-GB" sz="1000"/>
            </a:p>
          </p:txBody>
        </p:sp>
      </p:grpSp>
      <p:sp>
        <p:nvSpPr>
          <p:cNvPr id="4"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a:solidFill>
                  <a:schemeClr val="accent3"/>
                </a:solidFill>
              </a:rPr>
              <a:t>UNIDAD 4 - Programación del Lado del Servidor y Persistencia de Datos</a:t>
            </a:r>
            <a:endParaRPr lang="es-AR" altLang="en-GB" sz="1400">
              <a:solidFill>
                <a:schemeClr val="accent3"/>
              </a:solidFill>
            </a:endParaRPr>
          </a:p>
        </p:txBody>
      </p:sp>
      <p:grpSp>
        <p:nvGrpSpPr>
          <p:cNvPr id="21" name="Group 0"/>
          <p:cNvGrpSpPr/>
          <p:nvPr/>
        </p:nvGrpSpPr>
        <p:grpSpPr>
          <a:xfrm>
            <a:off x="1280160" y="2459355"/>
            <a:ext cx="7170420" cy="441345"/>
            <a:chOff x="2324" y="2192"/>
            <a:chExt cx="11292" cy="1104"/>
          </a:xfrm>
        </p:grpSpPr>
        <p:sp>
          <p:nvSpPr>
            <p:cNvPr id="7" name="Google Shape;481;p3"/>
            <p:cNvSpPr txBox="1"/>
            <p:nvPr/>
          </p:nvSpPr>
          <p:spPr>
            <a:xfrm>
              <a:off x="3199" y="2192"/>
              <a:ext cx="10417" cy="1104"/>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000"/>
                <a:t>&lt;</a:t>
              </a:r>
              <a:r>
                <a:rPr sz="1000"/>
                <a:t> Mientras espera que la operación de entrada/salida se complete, el event loop sigue procesando otras tareas en la cola de eventos.</a:t>
              </a:r>
              <a:r>
                <a:rPr lang="en-GB" sz="1000"/>
                <a:t> &gt;</a:t>
              </a:r>
              <a:endParaRPr lang="en-GB" sz="1000"/>
            </a:p>
          </p:txBody>
        </p:sp>
        <p:sp>
          <p:nvSpPr>
            <p:cNvPr id="8" name="Google Shape;480;p3"/>
            <p:cNvSpPr txBox="1"/>
            <p:nvPr/>
          </p:nvSpPr>
          <p:spPr>
            <a:xfrm flipH="1">
              <a:off x="2324" y="2386"/>
              <a:ext cx="1373"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panose="020B0604020202020204"/>
                <a:buNone/>
                <a:defRPr sz="2800" b="0" i="0" u="none" strike="noStrike" cap="none">
                  <a:solidFill>
                    <a:schemeClr val="lt1"/>
                  </a:solidFill>
                  <a:latin typeface="Fira Code" panose="020B0604020202020204"/>
                  <a:ea typeface="Fira Code" panose="020B0604020202020204"/>
                  <a:cs typeface="Fira Code" panose="020B0604020202020204"/>
                  <a:sym typeface="Fira Code" panose="020B0604020202020204"/>
                </a:defRPr>
              </a:lvl1pPr>
              <a:lvl2pPr marR="0" lvl="1"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R="0" lvl="2"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R="0" lvl="3"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R="0" lvl="4"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R="0" lvl="5"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R="0" lvl="6"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R="0" lvl="7"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R="0" lvl="8"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500"/>
                <a:buNone/>
              </a:pPr>
              <a:r>
                <a:rPr lang="es-MX" altLang="es-AR" sz="1000"/>
                <a:t>5</a:t>
              </a:r>
              <a:r>
                <a:rPr lang="es-AR" altLang="en-GB" sz="1000"/>
                <a:t>)</a:t>
              </a:r>
              <a:endParaRPr lang="es-AR" altLang="en-GB" sz="1000"/>
            </a:p>
          </p:txBody>
        </p:sp>
      </p:grpSp>
      <p:grpSp>
        <p:nvGrpSpPr>
          <p:cNvPr id="9" name="Group 8"/>
          <p:cNvGrpSpPr/>
          <p:nvPr/>
        </p:nvGrpSpPr>
        <p:grpSpPr>
          <a:xfrm>
            <a:off x="1280160" y="2860040"/>
            <a:ext cx="7170420" cy="441345"/>
            <a:chOff x="2324" y="2192"/>
            <a:chExt cx="11292" cy="1104"/>
          </a:xfrm>
        </p:grpSpPr>
        <p:sp>
          <p:nvSpPr>
            <p:cNvPr id="10" name="Google Shape;481;p3"/>
            <p:cNvSpPr txBox="1"/>
            <p:nvPr/>
          </p:nvSpPr>
          <p:spPr>
            <a:xfrm>
              <a:off x="3199" y="2192"/>
              <a:ext cx="10417" cy="1104"/>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000"/>
                <a:t>&lt;</a:t>
              </a:r>
              <a:r>
                <a:rPr sz="1000"/>
                <a:t> Cuando la operación de entrada/salida se completa, el sistema operativo envía una señal a Node indicando que la tarea ha terminado. Node toma la tarea correspondiente de la cola de eventos y continúa su procesamiento.</a:t>
              </a:r>
              <a:r>
                <a:rPr lang="en-GB" sz="1000"/>
                <a:t> &gt;</a:t>
              </a:r>
              <a:endParaRPr lang="en-GB" sz="1000"/>
            </a:p>
          </p:txBody>
        </p:sp>
        <p:sp>
          <p:nvSpPr>
            <p:cNvPr id="12" name="Google Shape;480;p3"/>
            <p:cNvSpPr txBox="1"/>
            <p:nvPr/>
          </p:nvSpPr>
          <p:spPr>
            <a:xfrm flipH="1">
              <a:off x="2324" y="2386"/>
              <a:ext cx="1373"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panose="020B0604020202020204"/>
                <a:buNone/>
                <a:defRPr sz="2800" b="0" i="0" u="none" strike="noStrike" cap="none">
                  <a:solidFill>
                    <a:schemeClr val="lt1"/>
                  </a:solidFill>
                  <a:latin typeface="Fira Code" panose="020B0604020202020204"/>
                  <a:ea typeface="Fira Code" panose="020B0604020202020204"/>
                  <a:cs typeface="Fira Code" panose="020B0604020202020204"/>
                  <a:sym typeface="Fira Code" panose="020B0604020202020204"/>
                </a:defRPr>
              </a:lvl1pPr>
              <a:lvl2pPr marR="0" lvl="1"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R="0" lvl="2"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R="0" lvl="3"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R="0" lvl="4"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R="0" lvl="5"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R="0" lvl="6"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R="0" lvl="7"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R="0" lvl="8"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500"/>
                <a:buNone/>
              </a:pPr>
              <a:r>
                <a:rPr lang="es-MX" altLang="es-AR" sz="1000"/>
                <a:t>6</a:t>
              </a:r>
              <a:r>
                <a:rPr lang="es-AR" altLang="en-GB" sz="1000"/>
                <a:t>)</a:t>
              </a:r>
              <a:endParaRPr lang="es-AR" altLang="en-GB" sz="1000"/>
            </a:p>
          </p:txBody>
        </p:sp>
      </p:grpSp>
      <p:grpSp>
        <p:nvGrpSpPr>
          <p:cNvPr id="13" name="Group 12"/>
          <p:cNvGrpSpPr/>
          <p:nvPr/>
        </p:nvGrpSpPr>
        <p:grpSpPr>
          <a:xfrm>
            <a:off x="1280160" y="3291840"/>
            <a:ext cx="7170420" cy="441345"/>
            <a:chOff x="2324" y="2192"/>
            <a:chExt cx="11292" cy="1104"/>
          </a:xfrm>
        </p:grpSpPr>
        <p:sp>
          <p:nvSpPr>
            <p:cNvPr id="14" name="Google Shape;481;p3"/>
            <p:cNvSpPr txBox="1"/>
            <p:nvPr/>
          </p:nvSpPr>
          <p:spPr>
            <a:xfrm>
              <a:off x="3199" y="2192"/>
              <a:ext cx="10417" cy="1104"/>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000"/>
                <a:t>&lt;</a:t>
              </a:r>
              <a:r>
                <a:rPr sz="1000"/>
                <a:t> Si hay tareas programadas en el futuro (por ejemplo, mediante la función setTimeout), Node las agrega a la cola de eventos.</a:t>
              </a:r>
              <a:r>
                <a:rPr lang="en-GB" sz="1000"/>
                <a:t> &gt;</a:t>
              </a:r>
              <a:endParaRPr lang="en-GB" sz="1000"/>
            </a:p>
          </p:txBody>
        </p:sp>
        <p:sp>
          <p:nvSpPr>
            <p:cNvPr id="15" name="Google Shape;480;p3"/>
            <p:cNvSpPr txBox="1"/>
            <p:nvPr/>
          </p:nvSpPr>
          <p:spPr>
            <a:xfrm flipH="1">
              <a:off x="2324" y="2386"/>
              <a:ext cx="1373"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panose="020B0604020202020204"/>
                <a:buNone/>
                <a:defRPr sz="2800" b="0" i="0" u="none" strike="noStrike" cap="none">
                  <a:solidFill>
                    <a:schemeClr val="lt1"/>
                  </a:solidFill>
                  <a:latin typeface="Fira Code" panose="020B0604020202020204"/>
                  <a:ea typeface="Fira Code" panose="020B0604020202020204"/>
                  <a:cs typeface="Fira Code" panose="020B0604020202020204"/>
                  <a:sym typeface="Fira Code" panose="020B0604020202020204"/>
                </a:defRPr>
              </a:lvl1pPr>
              <a:lvl2pPr marR="0" lvl="1"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R="0" lvl="2"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R="0" lvl="3"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R="0" lvl="4"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R="0" lvl="5"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R="0" lvl="6"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R="0" lvl="7"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R="0" lvl="8"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500"/>
                <a:buNone/>
              </a:pPr>
              <a:r>
                <a:rPr lang="es-MX" altLang="es-AR" sz="1000"/>
                <a:t>7</a:t>
              </a:r>
              <a:r>
                <a:rPr lang="es-AR" altLang="en-GB" sz="1000"/>
                <a:t>)</a:t>
              </a:r>
              <a:endParaRPr lang="es-AR" altLang="en-GB" sz="1000"/>
            </a:p>
          </p:txBody>
        </p:sp>
      </p:grpSp>
      <p:grpSp>
        <p:nvGrpSpPr>
          <p:cNvPr id="16" name="Group 15"/>
          <p:cNvGrpSpPr/>
          <p:nvPr/>
        </p:nvGrpSpPr>
        <p:grpSpPr>
          <a:xfrm>
            <a:off x="1280160" y="3680460"/>
            <a:ext cx="7170420" cy="441345"/>
            <a:chOff x="2324" y="2192"/>
            <a:chExt cx="11292" cy="1104"/>
          </a:xfrm>
        </p:grpSpPr>
        <p:sp>
          <p:nvSpPr>
            <p:cNvPr id="17" name="Google Shape;481;p3"/>
            <p:cNvSpPr txBox="1"/>
            <p:nvPr/>
          </p:nvSpPr>
          <p:spPr>
            <a:xfrm>
              <a:off x="3199" y="2192"/>
              <a:ext cx="10417" cy="1104"/>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000"/>
                <a:t>&lt;</a:t>
              </a:r>
              <a:r>
                <a:rPr sz="1000"/>
                <a:t> El ciclo de eventos continúa hasta que no hay más tareas en la cola de eventos o hasta que se detiene la ejecución del programa.</a:t>
              </a:r>
              <a:r>
                <a:rPr lang="en-GB" sz="1000"/>
                <a:t> &gt;</a:t>
              </a:r>
              <a:endParaRPr lang="en-GB" sz="1000"/>
            </a:p>
          </p:txBody>
        </p:sp>
        <p:sp>
          <p:nvSpPr>
            <p:cNvPr id="18" name="Google Shape;480;p3"/>
            <p:cNvSpPr txBox="1"/>
            <p:nvPr/>
          </p:nvSpPr>
          <p:spPr>
            <a:xfrm flipH="1">
              <a:off x="2324" y="2386"/>
              <a:ext cx="1373"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panose="020B0604020202020204"/>
                <a:buNone/>
                <a:defRPr sz="2800" b="0" i="0" u="none" strike="noStrike" cap="none">
                  <a:solidFill>
                    <a:schemeClr val="lt1"/>
                  </a:solidFill>
                  <a:latin typeface="Fira Code" panose="020B0604020202020204"/>
                  <a:ea typeface="Fira Code" panose="020B0604020202020204"/>
                  <a:cs typeface="Fira Code" panose="020B0604020202020204"/>
                  <a:sym typeface="Fira Code" panose="020B0604020202020204"/>
                </a:defRPr>
              </a:lvl1pPr>
              <a:lvl2pPr marR="0" lvl="1"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R="0" lvl="2"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R="0" lvl="3"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R="0" lvl="4"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R="0" lvl="5"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R="0" lvl="6"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R="0" lvl="7"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R="0" lvl="8"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500"/>
                <a:buNone/>
              </a:pPr>
              <a:r>
                <a:rPr lang="es-MX" altLang="es-AR" sz="1000"/>
                <a:t>8</a:t>
              </a:r>
              <a:r>
                <a:rPr lang="es-AR" altLang="en-GB" sz="1000"/>
                <a:t>)</a:t>
              </a:r>
              <a:endParaRPr lang="es-AR" altLang="en-GB" sz="1000"/>
            </a:p>
          </p:txBody>
        </p:sp>
      </p:grpSp>
      <p:sp>
        <p:nvSpPr>
          <p:cNvPr id="22"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endPar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endParaRPr>
          </a:p>
        </p:txBody>
      </p:sp>
      <p:sp>
        <p:nvSpPr>
          <p:cNvPr id="28"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sp>
        <p:nvSpPr>
          <p:cNvPr id="2" name="Google Shape;465;p1"/>
          <p:cNvSpPr txBox="1"/>
          <p:nvPr/>
        </p:nvSpPr>
        <p:spPr>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1400">
                <a:sym typeface="+mn-ea"/>
              </a:rPr>
              <a:t>Introducción a Node.Js</a:t>
            </a:r>
            <a:endParaRPr lang="es-AR" altLang="es-MX" sz="1400">
              <a:solidFill>
                <a:schemeClr val="accent3"/>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a:solidFill>
                  <a:schemeClr val="accent3"/>
                </a:solidFill>
              </a:rPr>
              <a:t>UNIDAD 4 - Programación del Lado del Servidor y Persistencia de Datos</a:t>
            </a:r>
            <a:endParaRPr lang="es-AR" altLang="en-GB" sz="1400">
              <a:solidFill>
                <a:schemeClr val="accent3"/>
              </a:solidFill>
            </a:endParaRP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endPar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endParaRPr>
          </a:p>
        </p:txBody>
      </p:sp>
      <p:sp>
        <p:nvSpPr>
          <p:cNvPr id="5"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sp>
        <p:nvSpPr>
          <p:cNvPr id="7" name="Google Shape;465;p1"/>
          <p:cNvSpPr txBox="1"/>
          <p:nvPr/>
        </p:nvSpPr>
        <p:spPr>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1400">
                <a:sym typeface="+mn-ea"/>
              </a:rPr>
              <a:t>Introducción a Node.Js</a:t>
            </a:r>
            <a:endParaRPr lang="es-AR" altLang="es-MX" sz="1400">
              <a:solidFill>
                <a:schemeClr val="accent3"/>
              </a:solidFill>
            </a:endParaRPr>
          </a:p>
        </p:txBody>
      </p:sp>
      <p:pic>
        <p:nvPicPr>
          <p:cNvPr id="3074" name="Picture 2" descr="Event Loop JavaScript"/>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10217" y="656410"/>
            <a:ext cx="6968238" cy="386294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1"/>
          <p:cNvSpPr txBox="1">
            <a:spLocks noGrp="1"/>
          </p:cNvSpPr>
          <p:nvPr>
            <p:ph type="ctrTitle"/>
          </p:nvPr>
        </p:nvSpPr>
        <p:spPr>
          <a:xfrm>
            <a:off x="1388745" y="609600"/>
            <a:ext cx="7717155" cy="59436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pPr>
            <a:r>
              <a:rPr lang="es-AR" sz="2000">
                <a:sym typeface="+mn-ea"/>
              </a:rPr>
              <a:t>¿Qué es el ciclo de vida de un proceso en Node y cúales son las etapas?</a:t>
            </a:r>
            <a:r>
              <a:rPr lang="en-GB" sz="2000"/>
              <a:t> </a:t>
            </a:r>
            <a:r>
              <a:rPr lang="en-GB" sz="2000">
                <a:solidFill>
                  <a:schemeClr val="accent2"/>
                </a:solidFill>
              </a:rPr>
              <a:t> </a:t>
            </a:r>
            <a:r>
              <a:rPr lang="en-GB" sz="2000">
                <a:solidFill>
                  <a:schemeClr val="accent3"/>
                </a:solidFill>
              </a:rPr>
              <a:t>{</a:t>
            </a:r>
            <a:endParaRPr sz="2000">
              <a:solidFill>
                <a:schemeClr val="accent3"/>
              </a:solidFill>
            </a:endParaRPr>
          </a:p>
        </p:txBody>
      </p:sp>
      <p:grpSp>
        <p:nvGrpSpPr>
          <p:cNvPr id="462" name="Google Shape;462;p1"/>
          <p:cNvGrpSpPr/>
          <p:nvPr/>
        </p:nvGrpSpPr>
        <p:grpSpPr>
          <a:xfrm>
            <a:off x="1388745" y="1210310"/>
            <a:ext cx="506095" cy="3322044"/>
            <a:chOff x="1388760" y="1449985"/>
            <a:chExt cx="506100" cy="2592112"/>
          </a:xfrm>
        </p:grpSpPr>
        <p:cxnSp>
          <p:nvCxnSpPr>
            <p:cNvPr id="463" name="Google Shape;463;p1"/>
            <p:cNvCxnSpPr/>
            <p:nvPr/>
          </p:nvCxnSpPr>
          <p:spPr>
            <a:xfrm>
              <a:off x="1548146" y="1449985"/>
              <a:ext cx="3810" cy="2073211"/>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a:xfrm>
              <a:off x="1388760" y="3660581"/>
              <a:ext cx="506100" cy="381516"/>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panose="020B0604020202020204"/>
                <a:buNone/>
              </a:pPr>
              <a:r>
                <a:rPr lang="en-GB" sz="20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rPr>
                <a:t>}</a:t>
              </a:r>
              <a:endParaRPr sz="20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endParaRPr>
            </a:p>
          </p:txBody>
        </p:sp>
      </p:grpSp>
      <p:sp>
        <p:nvSpPr>
          <p:cNvPr id="650" name="Google Shape;650;p8"/>
          <p:cNvSpPr/>
          <p:nvPr/>
        </p:nvSpPr>
        <p:spPr>
          <a:xfrm>
            <a:off x="1280125" y="2218446"/>
            <a:ext cx="115500" cy="115500"/>
          </a:xfrm>
          <a:prstGeom prst="ellipse">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2" name="Google Shape;652;p8"/>
          <p:cNvSpPr/>
          <p:nvPr/>
        </p:nvSpPr>
        <p:spPr>
          <a:xfrm>
            <a:off x="1280125" y="2941004"/>
            <a:ext cx="115500" cy="115500"/>
          </a:xfrm>
          <a:prstGeom prst="ellipse">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4" name="Google Shape;654;p8"/>
          <p:cNvSpPr/>
          <p:nvPr/>
        </p:nvSpPr>
        <p:spPr>
          <a:xfrm>
            <a:off x="1280125" y="3663563"/>
            <a:ext cx="115500" cy="115500"/>
          </a:xfrm>
          <a:prstGeom prst="ellipse">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89" name="Google Shape;489;p3"/>
          <p:cNvSpPr txBox="1"/>
          <p:nvPr/>
        </p:nvSpPr>
        <p:spPr>
          <a:xfrm>
            <a:off x="1395625" y="1244601"/>
            <a:ext cx="6471920" cy="635000"/>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panose="020B0604020202020204"/>
              <a:buNone/>
              <a:defRPr sz="2800" b="0" i="0" u="none" strike="noStrike" cap="none">
                <a:solidFill>
                  <a:schemeClr val="lt1"/>
                </a:solidFill>
                <a:latin typeface="Fira Code" panose="020B0604020202020204"/>
                <a:ea typeface="Fira Code" panose="020B0604020202020204"/>
                <a:cs typeface="Fira Code" panose="020B0604020202020204"/>
                <a:sym typeface="Fira Code" panose="020B0604020202020204"/>
              </a:defRPr>
            </a:lvl1pPr>
            <a:lvl2pPr marR="0" lvl="1"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R="0" lvl="2"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R="0" lvl="3"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R="0" lvl="4"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R="0" lvl="5"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R="0" lvl="6"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R="0" lvl="7"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R="0" lvl="8"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1200" dirty="0">
                <a:solidFill>
                  <a:schemeClr val="accent6"/>
                </a:solidFill>
              </a:rPr>
              <a:t>&lt;</a:t>
            </a:r>
            <a:r>
              <a:rPr lang="es-MX" altLang="es-AR" sz="1200" dirty="0">
                <a:solidFill>
                  <a:schemeClr val="accent6"/>
                </a:solidFill>
              </a:rPr>
              <a:t> </a:t>
            </a:r>
            <a:r>
              <a:rPr lang="es-AR" altLang="es-MX" sz="1200" dirty="0">
                <a:solidFill>
                  <a:schemeClr val="accent6"/>
                </a:solidFill>
              </a:rPr>
              <a:t>El ciclo de vida de un proceso en Node.js se refiere a las diferentes etapas por las que pasa un proceso mientras se ejecuta en el entorno de Node.js.</a:t>
            </a:r>
            <a:r>
              <a:rPr lang="es-MX" altLang="es-AR" sz="1200" dirty="0">
                <a:solidFill>
                  <a:schemeClr val="accent6"/>
                </a:solidFill>
              </a:rPr>
              <a:t> </a:t>
            </a:r>
            <a:r>
              <a:rPr lang="es-AR" altLang="en-GB" sz="1200" dirty="0">
                <a:solidFill>
                  <a:schemeClr val="accent6"/>
                </a:solidFill>
              </a:rPr>
              <a:t>&gt;</a:t>
            </a:r>
            <a:endParaRPr lang="es-AR" altLang="en-GB" sz="1200" dirty="0">
              <a:solidFill>
                <a:schemeClr val="accent6"/>
              </a:solidFill>
            </a:endParaRPr>
          </a:p>
        </p:txBody>
      </p:sp>
      <p:grpSp>
        <p:nvGrpSpPr>
          <p:cNvPr id="35" name="Group 34"/>
          <p:cNvGrpSpPr/>
          <p:nvPr/>
        </p:nvGrpSpPr>
        <p:grpSpPr>
          <a:xfrm>
            <a:off x="1556819" y="1786670"/>
            <a:ext cx="7021713" cy="2296902"/>
            <a:chOff x="2467" y="1800"/>
            <a:chExt cx="11933" cy="2183"/>
          </a:xfrm>
        </p:grpSpPr>
        <p:sp>
          <p:nvSpPr>
            <p:cNvPr id="481" name="Google Shape;481;p3"/>
            <p:cNvSpPr txBox="1"/>
            <p:nvPr/>
          </p:nvSpPr>
          <p:spPr>
            <a:xfrm>
              <a:off x="2467" y="1800"/>
              <a:ext cx="11933" cy="562"/>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200"/>
                <a:t>&lt;</a:t>
              </a:r>
              <a:r>
                <a:rPr lang="es-AR" altLang="en-GB" sz="1200">
                  <a:solidFill>
                    <a:srgbClr val="FF0000"/>
                  </a:solidFill>
                </a:rPr>
                <a:t> </a:t>
              </a:r>
              <a:r>
                <a:rPr lang="en-GB" sz="1200">
                  <a:solidFill>
                    <a:srgbClr val="00B050"/>
                  </a:solidFill>
                </a:rPr>
                <a:t>Inicio del proceso:</a:t>
              </a:r>
              <a:r>
                <a:rPr lang="en-GB" sz="1200"/>
                <a:t> el proceso se inicia cuando se llama al comando "node" para ejecutar un archivo de script en Node.js. En esta etapa, se inicializan los módulos y las variables globales.</a:t>
              </a:r>
              <a:r>
                <a:rPr lang="es-AR" altLang="en-GB" sz="1200"/>
                <a:t> </a:t>
              </a:r>
              <a:r>
                <a:rPr lang="en-GB" sz="1200"/>
                <a:t>&gt;</a:t>
              </a:r>
              <a:endParaRPr lang="en-GB" sz="1200"/>
            </a:p>
          </p:txBody>
        </p:sp>
        <p:sp>
          <p:nvSpPr>
            <p:cNvPr id="24" name="Google Shape;481;p3"/>
            <p:cNvSpPr txBox="1"/>
            <p:nvPr/>
          </p:nvSpPr>
          <p:spPr>
            <a:xfrm>
              <a:off x="2467" y="2493"/>
              <a:ext cx="11929" cy="588"/>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200" dirty="0"/>
                <a:t>&lt;</a:t>
              </a:r>
              <a:r>
                <a:rPr lang="es-AR" altLang="en-GB" sz="1200" dirty="0"/>
                <a:t> </a:t>
              </a:r>
              <a:r>
                <a:rPr sz="1200" dirty="0" err="1">
                  <a:solidFill>
                    <a:srgbClr val="00B050"/>
                  </a:solidFill>
                </a:rPr>
                <a:t>Ejecución</a:t>
              </a:r>
              <a:r>
                <a:rPr sz="1200" dirty="0">
                  <a:solidFill>
                    <a:srgbClr val="00B050"/>
                  </a:solidFill>
                </a:rPr>
                <a:t> del </a:t>
              </a:r>
              <a:r>
                <a:rPr sz="1200" dirty="0" err="1">
                  <a:solidFill>
                    <a:srgbClr val="00B050"/>
                  </a:solidFill>
                </a:rPr>
                <a:t>proceso</a:t>
              </a:r>
              <a:r>
                <a:rPr sz="1200" dirty="0">
                  <a:solidFill>
                    <a:srgbClr val="00B050"/>
                  </a:solidFill>
                </a:rPr>
                <a:t>:</a:t>
              </a:r>
              <a:r>
                <a:rPr sz="1200" dirty="0"/>
                <a:t> el </a:t>
              </a:r>
              <a:r>
                <a:rPr sz="1200" dirty="0" err="1"/>
                <a:t>proceso</a:t>
              </a:r>
              <a:r>
                <a:rPr sz="1200" dirty="0"/>
                <a:t> </a:t>
              </a:r>
              <a:r>
                <a:rPr sz="1200" dirty="0" err="1"/>
                <a:t>comienza</a:t>
              </a:r>
              <a:r>
                <a:rPr sz="1200" dirty="0"/>
                <a:t> a </a:t>
              </a:r>
              <a:r>
                <a:rPr sz="1200" dirty="0" err="1"/>
                <a:t>ejecutarse</a:t>
              </a:r>
              <a:r>
                <a:rPr sz="1200" dirty="0"/>
                <a:t> en la </a:t>
              </a:r>
              <a:r>
                <a:rPr sz="1200" dirty="0" err="1"/>
                <a:t>etapa</a:t>
              </a:r>
              <a:r>
                <a:rPr sz="1200" dirty="0"/>
                <a:t> de </a:t>
              </a:r>
              <a:r>
                <a:rPr sz="1200" dirty="0" err="1"/>
                <a:t>ejecución</a:t>
              </a:r>
              <a:r>
                <a:rPr sz="1200" dirty="0"/>
                <a:t>. Durante </a:t>
              </a:r>
              <a:r>
                <a:rPr sz="1200" dirty="0" err="1"/>
                <a:t>esta</a:t>
              </a:r>
              <a:r>
                <a:rPr sz="1200" dirty="0"/>
                <a:t> </a:t>
              </a:r>
              <a:r>
                <a:rPr sz="1200" dirty="0" err="1"/>
                <a:t>etapa</a:t>
              </a:r>
              <a:r>
                <a:rPr sz="1200" dirty="0"/>
                <a:t>, se </a:t>
              </a:r>
              <a:r>
                <a:rPr sz="1200" dirty="0" err="1"/>
                <a:t>realizan</a:t>
              </a:r>
              <a:r>
                <a:rPr sz="1200" dirty="0"/>
                <a:t> </a:t>
              </a:r>
              <a:r>
                <a:rPr sz="1200" dirty="0" err="1"/>
                <a:t>las</a:t>
              </a:r>
              <a:r>
                <a:rPr sz="1200" dirty="0"/>
                <a:t> </a:t>
              </a:r>
              <a:r>
                <a:rPr sz="1200" dirty="0" err="1"/>
                <a:t>operaciones</a:t>
              </a:r>
              <a:r>
                <a:rPr sz="1200" dirty="0"/>
                <a:t> </a:t>
              </a:r>
              <a:r>
                <a:rPr sz="1200" dirty="0" err="1"/>
                <a:t>necesarias</a:t>
              </a:r>
              <a:r>
                <a:rPr sz="1200" dirty="0"/>
                <a:t> para </a:t>
              </a:r>
              <a:r>
                <a:rPr sz="1200" dirty="0" err="1"/>
                <a:t>completar</a:t>
              </a:r>
              <a:r>
                <a:rPr sz="1200" dirty="0"/>
                <a:t> la </a:t>
              </a:r>
              <a:r>
                <a:rPr sz="1200" dirty="0" err="1"/>
                <a:t>tarea</a:t>
              </a:r>
              <a:r>
                <a:rPr sz="1200" dirty="0"/>
                <a:t> para la </a:t>
              </a:r>
              <a:r>
                <a:rPr sz="1200" dirty="0" err="1"/>
                <a:t>que</a:t>
              </a:r>
              <a:r>
                <a:rPr sz="1200" dirty="0"/>
                <a:t> se ha </a:t>
              </a:r>
              <a:r>
                <a:rPr sz="1200" dirty="0" err="1"/>
                <a:t>creado</a:t>
              </a:r>
              <a:r>
                <a:rPr sz="1200" dirty="0"/>
                <a:t> el </a:t>
              </a:r>
              <a:r>
                <a:rPr sz="1200" dirty="0" err="1"/>
                <a:t>proceso</a:t>
              </a:r>
              <a:r>
                <a:rPr sz="1200" dirty="0"/>
                <a:t>.</a:t>
              </a:r>
              <a:r>
                <a:rPr lang="en-GB" sz="1200" dirty="0"/>
                <a:t>&gt;</a:t>
              </a:r>
              <a:endParaRPr lang="en-GB" sz="1200" dirty="0"/>
            </a:p>
          </p:txBody>
        </p:sp>
        <p:sp>
          <p:nvSpPr>
            <p:cNvPr id="27" name="Google Shape;481;p3"/>
            <p:cNvSpPr txBox="1"/>
            <p:nvPr/>
          </p:nvSpPr>
          <p:spPr>
            <a:xfrm>
              <a:off x="2495" y="3188"/>
              <a:ext cx="11847" cy="795"/>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200" dirty="0"/>
                <a:t>&lt;</a:t>
              </a:r>
              <a:r>
                <a:rPr lang="es-AR" altLang="en-GB" sz="1200" dirty="0"/>
                <a:t> </a:t>
              </a:r>
              <a:r>
                <a:rPr sz="1200" dirty="0" err="1">
                  <a:solidFill>
                    <a:srgbClr val="00B050"/>
                  </a:solidFill>
                </a:rPr>
                <a:t>Finalización</a:t>
              </a:r>
              <a:r>
                <a:rPr sz="1200" dirty="0">
                  <a:solidFill>
                    <a:srgbClr val="00B050"/>
                  </a:solidFill>
                </a:rPr>
                <a:t> del </a:t>
              </a:r>
              <a:r>
                <a:rPr sz="1200" dirty="0" err="1">
                  <a:solidFill>
                    <a:srgbClr val="00B050"/>
                  </a:solidFill>
                </a:rPr>
                <a:t>proceso</a:t>
              </a:r>
              <a:r>
                <a:rPr sz="1200" dirty="0">
                  <a:solidFill>
                    <a:srgbClr val="00B050"/>
                  </a:solidFill>
                </a:rPr>
                <a:t>:</a:t>
              </a:r>
              <a:r>
                <a:rPr sz="1200" dirty="0"/>
                <a:t> </a:t>
              </a:r>
              <a:r>
                <a:rPr sz="1200" dirty="0" err="1"/>
                <a:t>una</a:t>
              </a:r>
              <a:r>
                <a:rPr sz="1200" dirty="0"/>
                <a:t> </a:t>
              </a:r>
              <a:r>
                <a:rPr sz="1200" dirty="0" err="1"/>
                <a:t>vez</a:t>
              </a:r>
              <a:r>
                <a:rPr sz="1200" dirty="0"/>
                <a:t> </a:t>
              </a:r>
              <a:r>
                <a:rPr sz="1200" dirty="0" err="1"/>
                <a:t>que</a:t>
              </a:r>
              <a:r>
                <a:rPr sz="1200" dirty="0"/>
                <a:t> el </a:t>
              </a:r>
              <a:r>
                <a:rPr sz="1200" dirty="0" err="1"/>
                <a:t>proceso</a:t>
              </a:r>
              <a:r>
                <a:rPr sz="1200" dirty="0"/>
                <a:t> ha </a:t>
              </a:r>
              <a:r>
                <a:rPr sz="1200" dirty="0" err="1"/>
                <a:t>terminado</a:t>
              </a:r>
              <a:r>
                <a:rPr sz="1200" dirty="0"/>
                <a:t> </a:t>
              </a:r>
              <a:r>
                <a:rPr sz="1200" dirty="0" err="1"/>
                <a:t>su</a:t>
              </a:r>
              <a:r>
                <a:rPr sz="1200" dirty="0"/>
                <a:t> </a:t>
              </a:r>
              <a:r>
                <a:rPr sz="1200" dirty="0" err="1"/>
                <a:t>tarea</a:t>
              </a:r>
              <a:r>
                <a:rPr sz="1200" dirty="0"/>
                <a:t>, se </a:t>
              </a:r>
              <a:r>
                <a:rPr sz="1200" dirty="0" err="1"/>
                <a:t>inicia</a:t>
              </a:r>
              <a:r>
                <a:rPr sz="1200" dirty="0"/>
                <a:t> la </a:t>
              </a:r>
              <a:r>
                <a:rPr sz="1200" dirty="0" err="1"/>
                <a:t>etapa</a:t>
              </a:r>
              <a:r>
                <a:rPr sz="1200" dirty="0"/>
                <a:t> de </a:t>
              </a:r>
              <a:r>
                <a:rPr sz="1200" dirty="0" err="1"/>
                <a:t>finalización</a:t>
              </a:r>
              <a:r>
                <a:rPr sz="1200" dirty="0"/>
                <a:t>. Durante </a:t>
              </a:r>
              <a:r>
                <a:rPr sz="1200" dirty="0" err="1"/>
                <a:t>esta</a:t>
              </a:r>
              <a:r>
                <a:rPr sz="1200" dirty="0"/>
                <a:t> </a:t>
              </a:r>
              <a:r>
                <a:rPr sz="1200" dirty="0" err="1"/>
                <a:t>etapa</a:t>
              </a:r>
              <a:r>
                <a:rPr sz="1200" dirty="0"/>
                <a:t>, se </a:t>
              </a:r>
              <a:r>
                <a:rPr sz="1200" dirty="0" err="1"/>
                <a:t>liberan</a:t>
              </a:r>
              <a:r>
                <a:rPr sz="1200" dirty="0"/>
                <a:t> los </a:t>
              </a:r>
              <a:r>
                <a:rPr sz="1200" dirty="0" err="1"/>
                <a:t>recursos</a:t>
              </a:r>
              <a:r>
                <a:rPr sz="1200" dirty="0"/>
                <a:t> </a:t>
              </a:r>
              <a:r>
                <a:rPr sz="1200" dirty="0" err="1"/>
                <a:t>utilizados</a:t>
              </a:r>
              <a:r>
                <a:rPr sz="1200" dirty="0"/>
                <a:t> </a:t>
              </a:r>
              <a:r>
                <a:rPr sz="1200" dirty="0" err="1"/>
                <a:t>por</a:t>
              </a:r>
              <a:r>
                <a:rPr sz="1200" dirty="0"/>
                <a:t> el </a:t>
              </a:r>
              <a:r>
                <a:rPr sz="1200" dirty="0" err="1"/>
                <a:t>proceso</a:t>
              </a:r>
              <a:r>
                <a:rPr sz="1200" dirty="0"/>
                <a:t> y se </a:t>
              </a:r>
              <a:r>
                <a:rPr sz="1200" dirty="0" err="1"/>
                <a:t>cierran</a:t>
              </a:r>
              <a:r>
                <a:rPr sz="1200" dirty="0"/>
                <a:t> </a:t>
              </a:r>
              <a:r>
                <a:rPr sz="1200" dirty="0" err="1"/>
                <a:t>las</a:t>
              </a:r>
              <a:r>
                <a:rPr sz="1200" dirty="0"/>
                <a:t> </a:t>
              </a:r>
              <a:r>
                <a:rPr sz="1200" dirty="0" err="1"/>
                <a:t>conexiones</a:t>
              </a:r>
              <a:r>
                <a:rPr sz="1200" dirty="0"/>
                <a:t> de red </a:t>
              </a:r>
              <a:r>
                <a:rPr sz="1200" dirty="0" err="1"/>
                <a:t>abiertas</a:t>
              </a:r>
              <a:r>
                <a:rPr sz="1200" dirty="0"/>
                <a:t>.</a:t>
              </a:r>
              <a:r>
                <a:rPr lang="es-MX" sz="1200" dirty="0"/>
                <a:t> </a:t>
              </a:r>
              <a:r>
                <a:rPr lang="en-GB" sz="1200" dirty="0"/>
                <a:t>&gt;</a:t>
              </a:r>
              <a:endParaRPr lang="en-GB" sz="1200" dirty="0"/>
            </a:p>
          </p:txBody>
        </p:sp>
      </p:grpSp>
      <p:sp>
        <p:nvSpPr>
          <p:cNvPr id="3"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a:solidFill>
                  <a:schemeClr val="accent3"/>
                </a:solidFill>
              </a:rPr>
              <a:t>UNIDAD 4 - Programación del Lado del Servidor y Persistencia de Datos</a:t>
            </a:r>
            <a:endParaRPr lang="es-AR" altLang="en-GB" sz="1400">
              <a:solidFill>
                <a:schemeClr val="accent3"/>
              </a:solidFill>
            </a:endParaRP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endPar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endParaRPr>
          </a:p>
        </p:txBody>
      </p:sp>
      <p:sp>
        <p:nvSpPr>
          <p:cNvPr id="4"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sp>
        <p:nvSpPr>
          <p:cNvPr id="7" name="Google Shape;465;p1"/>
          <p:cNvSpPr txBox="1"/>
          <p:nvPr/>
        </p:nvSpPr>
        <p:spPr>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1400">
                <a:sym typeface="+mn-ea"/>
              </a:rPr>
              <a:t>Introducción a Node.Js</a:t>
            </a:r>
            <a:endParaRPr lang="es-AR" altLang="es-MX" sz="1400">
              <a:solidFill>
                <a:schemeClr val="accent3"/>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1"/>
          <p:cNvSpPr txBox="1">
            <a:spLocks noGrp="1"/>
          </p:cNvSpPr>
          <p:nvPr>
            <p:ph type="ctrTitle"/>
          </p:nvPr>
        </p:nvSpPr>
        <p:spPr>
          <a:xfrm>
            <a:off x="1551940" y="573345"/>
            <a:ext cx="4944287" cy="51752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pPr>
            <a:r>
              <a:rPr lang="es-MX" altLang="es-AR" sz="2000" dirty="0" smtClean="0"/>
              <a:t>Administradores de módulos de </a:t>
            </a:r>
            <a:r>
              <a:rPr lang="es-MX" altLang="es-AR" sz="2000" dirty="0" err="1" smtClean="0"/>
              <a:t>Node</a:t>
            </a:r>
            <a:r>
              <a:rPr lang="es-MX" altLang="es-AR" sz="2000" dirty="0" smtClean="0"/>
              <a:t> </a:t>
            </a:r>
            <a:r>
              <a:rPr lang="en-GB" sz="2000" dirty="0" smtClean="0">
                <a:solidFill>
                  <a:schemeClr val="accent3"/>
                </a:solidFill>
              </a:rPr>
              <a:t>{</a:t>
            </a:r>
            <a:endParaRPr sz="2000" dirty="0">
              <a:solidFill>
                <a:schemeClr val="accent3"/>
              </a:solidFill>
            </a:endParaRPr>
          </a:p>
        </p:txBody>
      </p:sp>
      <p:sp>
        <p:nvSpPr>
          <p:cNvPr id="459" name="Google Shape;459;p1"/>
          <p:cNvSpPr txBox="1">
            <a:spLocks noGrp="1"/>
          </p:cNvSpPr>
          <p:nvPr>
            <p:ph type="subTitle" idx="1"/>
          </p:nvPr>
        </p:nvSpPr>
        <p:spPr>
          <a:xfrm>
            <a:off x="1913890" y="1186816"/>
            <a:ext cx="6202680" cy="203485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GB" sz="1600" dirty="0" smtClean="0"/>
              <a:t>&lt; Los </a:t>
            </a:r>
            <a:r>
              <a:rPr lang="en-GB" sz="1600" dirty="0" err="1" smtClean="0"/>
              <a:t>administradores</a:t>
            </a:r>
            <a:r>
              <a:rPr lang="en-GB" sz="1600" dirty="0" smtClean="0"/>
              <a:t> de </a:t>
            </a:r>
            <a:r>
              <a:rPr lang="en-GB" sz="1600" dirty="0" err="1" smtClean="0"/>
              <a:t>paquetes</a:t>
            </a:r>
            <a:r>
              <a:rPr lang="en-GB" sz="1600" dirty="0" smtClean="0"/>
              <a:t> de Node o </a:t>
            </a:r>
            <a:r>
              <a:rPr lang="en-GB" sz="1600" dirty="0" err="1" smtClean="0"/>
              <a:t>módulos</a:t>
            </a:r>
            <a:r>
              <a:rPr lang="en-GB" sz="1600" dirty="0" smtClean="0"/>
              <a:t> de Node, </a:t>
            </a:r>
            <a:r>
              <a:rPr lang="en-GB" sz="1600" dirty="0" err="1" smtClean="0"/>
              <a:t>permiten</a:t>
            </a:r>
            <a:r>
              <a:rPr lang="en-GB" sz="1600" dirty="0" smtClean="0"/>
              <a:t> </a:t>
            </a:r>
            <a:r>
              <a:rPr lang="en-GB" sz="1600" dirty="0" err="1" smtClean="0"/>
              <a:t>gestionar</a:t>
            </a:r>
            <a:r>
              <a:rPr lang="en-GB" sz="1600" dirty="0" smtClean="0"/>
              <a:t> la </a:t>
            </a:r>
            <a:r>
              <a:rPr lang="en-GB" sz="1600" dirty="0" err="1" smtClean="0"/>
              <a:t>descarga</a:t>
            </a:r>
            <a:r>
              <a:rPr lang="en-GB" sz="1600" dirty="0" smtClean="0"/>
              <a:t>, </a:t>
            </a:r>
            <a:r>
              <a:rPr lang="en-GB" sz="1600" dirty="0" err="1" smtClean="0"/>
              <a:t>instalación</a:t>
            </a:r>
            <a:r>
              <a:rPr lang="en-GB" sz="1600" dirty="0" smtClean="0"/>
              <a:t>, </a:t>
            </a:r>
            <a:r>
              <a:rPr lang="en-GB" sz="1600" dirty="0" err="1" smtClean="0"/>
              <a:t>eliminación</a:t>
            </a:r>
            <a:r>
              <a:rPr lang="en-GB" sz="1600" dirty="0" smtClean="0"/>
              <a:t> y </a:t>
            </a:r>
            <a:r>
              <a:rPr lang="en-GB" sz="1600" dirty="0" err="1" smtClean="0"/>
              <a:t>otras</a:t>
            </a:r>
            <a:r>
              <a:rPr lang="en-GB" sz="1600" dirty="0" smtClean="0"/>
              <a:t> </a:t>
            </a:r>
            <a:r>
              <a:rPr lang="en-GB" sz="1600" dirty="0" err="1" smtClean="0"/>
              <a:t>tareas</a:t>
            </a:r>
            <a:r>
              <a:rPr lang="en-GB" sz="1600" dirty="0" smtClean="0"/>
              <a:t> de </a:t>
            </a:r>
            <a:r>
              <a:rPr lang="en-GB" sz="1600" dirty="0" err="1" smtClean="0"/>
              <a:t>gestión</a:t>
            </a:r>
            <a:r>
              <a:rPr lang="en-GB" sz="1600" dirty="0" smtClean="0"/>
              <a:t> de </a:t>
            </a:r>
            <a:r>
              <a:rPr lang="en-GB" sz="1600" dirty="0" err="1" smtClean="0"/>
              <a:t>las</a:t>
            </a:r>
            <a:r>
              <a:rPr lang="en-GB" sz="1600" dirty="0" smtClean="0"/>
              <a:t> </a:t>
            </a:r>
            <a:r>
              <a:rPr lang="en-GB" sz="1600" dirty="0" err="1" smtClean="0"/>
              <a:t>dependencias</a:t>
            </a:r>
            <a:r>
              <a:rPr lang="en-GB" sz="1600" dirty="0" smtClean="0"/>
              <a:t> </a:t>
            </a:r>
            <a:r>
              <a:rPr lang="en-GB" sz="1600" dirty="0" err="1" smtClean="0"/>
              <a:t>relacionadas</a:t>
            </a:r>
            <a:r>
              <a:rPr lang="en-GB" sz="1600" dirty="0" smtClean="0"/>
              <a:t> con </a:t>
            </a:r>
            <a:r>
              <a:rPr lang="en-GB" sz="1600" dirty="0" err="1" smtClean="0"/>
              <a:t>nuestro</a:t>
            </a:r>
            <a:r>
              <a:rPr lang="en-GB" sz="1600" dirty="0" smtClean="0"/>
              <a:t> </a:t>
            </a:r>
            <a:r>
              <a:rPr lang="en-GB" sz="1600" dirty="0" err="1" smtClean="0"/>
              <a:t>proyecto</a:t>
            </a:r>
            <a:r>
              <a:rPr lang="en-GB" sz="1600" dirty="0" smtClean="0"/>
              <a:t>.</a:t>
            </a:r>
            <a:endParaRPr lang="en-GB" sz="1600" dirty="0" smtClean="0"/>
          </a:p>
          <a:p>
            <a:pPr marL="0" lvl="0" indent="0" algn="l" rtl="0">
              <a:lnSpc>
                <a:spcPct val="100000"/>
              </a:lnSpc>
              <a:spcBef>
                <a:spcPts val="0"/>
              </a:spcBef>
              <a:spcAft>
                <a:spcPts val="0"/>
              </a:spcAft>
              <a:buSzPts val="2800"/>
              <a:buNone/>
            </a:pPr>
            <a:r>
              <a:rPr lang="en-GB" sz="1600" dirty="0" err="1" smtClean="0"/>
              <a:t>Existen</a:t>
            </a:r>
            <a:r>
              <a:rPr lang="en-GB" sz="1600" dirty="0" smtClean="0"/>
              <a:t> </a:t>
            </a:r>
            <a:r>
              <a:rPr lang="en-GB" sz="1600" dirty="0" err="1" smtClean="0"/>
              <a:t>diferentes</a:t>
            </a:r>
            <a:r>
              <a:rPr lang="en-GB" sz="1600" dirty="0" smtClean="0"/>
              <a:t> vendors </a:t>
            </a:r>
            <a:r>
              <a:rPr lang="en-GB" sz="1600" dirty="0" err="1" smtClean="0"/>
              <a:t>que</a:t>
            </a:r>
            <a:r>
              <a:rPr lang="en-GB" sz="1600" dirty="0" smtClean="0"/>
              <a:t> </a:t>
            </a:r>
            <a:r>
              <a:rPr lang="en-GB" sz="1600" dirty="0" err="1" smtClean="0"/>
              <a:t>permiten</a:t>
            </a:r>
            <a:r>
              <a:rPr lang="en-GB" sz="1600" dirty="0" smtClean="0"/>
              <a:t> </a:t>
            </a:r>
            <a:r>
              <a:rPr lang="en-GB" sz="1600" dirty="0" err="1" smtClean="0"/>
              <a:t>realizar</a:t>
            </a:r>
            <a:r>
              <a:rPr lang="en-GB" sz="1600" dirty="0" smtClean="0"/>
              <a:t> </a:t>
            </a:r>
            <a:r>
              <a:rPr lang="en-GB" sz="1600" dirty="0" err="1" smtClean="0"/>
              <a:t>dicha</a:t>
            </a:r>
            <a:r>
              <a:rPr lang="en-GB" sz="1600" dirty="0" smtClean="0"/>
              <a:t> </a:t>
            </a:r>
            <a:r>
              <a:rPr lang="en-GB" sz="1600" dirty="0" err="1" smtClean="0"/>
              <a:t>gestión</a:t>
            </a:r>
            <a:r>
              <a:rPr lang="en-GB" sz="1600" dirty="0" smtClean="0"/>
              <a:t> de </a:t>
            </a:r>
            <a:r>
              <a:rPr lang="en-GB" sz="1600" dirty="0" err="1" smtClean="0"/>
              <a:t>paquetes</a:t>
            </a:r>
            <a:r>
              <a:rPr lang="en-GB" sz="1600" dirty="0" smtClean="0"/>
              <a:t> </a:t>
            </a:r>
            <a:r>
              <a:rPr lang="en-GB" sz="1600" dirty="0" err="1" smtClean="0"/>
              <a:t>npm</a:t>
            </a:r>
            <a:r>
              <a:rPr lang="en-GB" sz="1600" dirty="0" smtClean="0"/>
              <a:t> &gt;</a:t>
            </a:r>
            <a:endParaRPr sz="2000" dirty="0"/>
          </a:p>
          <a:p>
            <a:pPr marL="0" lvl="0" indent="0" algn="l" rtl="0">
              <a:lnSpc>
                <a:spcPct val="100000"/>
              </a:lnSpc>
              <a:spcBef>
                <a:spcPts val="0"/>
              </a:spcBef>
              <a:spcAft>
                <a:spcPts val="0"/>
              </a:spcAft>
              <a:buSzPts val="2800"/>
              <a:buNone/>
            </a:pPr>
            <a:endParaRPr lang="en-GB" sz="2000" dirty="0"/>
          </a:p>
        </p:txBody>
      </p:sp>
      <p:grpSp>
        <p:nvGrpSpPr>
          <p:cNvPr id="462" name="Google Shape;462;p1"/>
          <p:cNvGrpSpPr/>
          <p:nvPr/>
        </p:nvGrpSpPr>
        <p:grpSpPr>
          <a:xfrm>
            <a:off x="1403350" y="1215390"/>
            <a:ext cx="506095" cy="3429588"/>
            <a:chOff x="1403365" y="1759900"/>
            <a:chExt cx="506100" cy="2873303"/>
          </a:xfrm>
        </p:grpSpPr>
        <p:cxnSp>
          <p:nvCxnSpPr>
            <p:cNvPr id="463" name="Google Shape;463;p1"/>
            <p:cNvCxnSpPr/>
            <p:nvPr/>
          </p:nvCxnSpPr>
          <p:spPr>
            <a:xfrm>
              <a:off x="1551956" y="1759900"/>
              <a:ext cx="0" cy="2490833"/>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a:xfrm>
              <a:off x="1403365" y="4223561"/>
              <a:ext cx="506100" cy="409642"/>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panose="020B0604020202020204"/>
                <a:buNone/>
              </a:pPr>
              <a:r>
                <a:rPr lang="en-GB" sz="20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rPr>
                <a:t>}</a:t>
              </a:r>
              <a:endParaRPr sz="20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endParaRPr>
            </a:p>
          </p:txBody>
        </p:sp>
      </p:grpSp>
      <p:sp>
        <p:nvSpPr>
          <p:cNvPr id="4"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a:solidFill>
                  <a:schemeClr val="accent3"/>
                </a:solidFill>
              </a:rPr>
              <a:t>UNIDAD 4 - Programación del Lado del Servidor y Persistencia de Datos</a:t>
            </a:r>
            <a:endParaRPr lang="es-AR" altLang="en-GB" sz="1400">
              <a:solidFill>
                <a:schemeClr val="accent3"/>
              </a:solidFill>
            </a:endParaRP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endPar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endParaRPr>
          </a:p>
        </p:txBody>
      </p:sp>
      <p:sp>
        <p:nvSpPr>
          <p:cNvPr id="5"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sp>
        <p:nvSpPr>
          <p:cNvPr id="7" name="Google Shape;465;p1"/>
          <p:cNvSpPr txBox="1"/>
          <p:nvPr/>
        </p:nvSpPr>
        <p:spPr>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1400">
                <a:sym typeface="+mn-ea"/>
              </a:rPr>
              <a:t>Introducción a Node.Js</a:t>
            </a:r>
            <a:endParaRPr lang="es-AR" altLang="es-MX" sz="1400">
              <a:solidFill>
                <a:schemeClr val="accent3"/>
              </a:solidFill>
            </a:endParaRPr>
          </a:p>
        </p:txBody>
      </p:sp>
      <p:pic>
        <p:nvPicPr>
          <p:cNvPr id="7170" name="Picture 2" descr="NPM, PNPM, and YARN: Which Package Manager Should You Choose? | by Rakesh  Kumar | Stackademic"/>
          <p:cNvPicPr>
            <a:picLocks noChangeAspect="1" noChangeArrowheads="1"/>
          </p:cNvPicPr>
          <p:nvPr/>
        </p:nvPicPr>
        <p:blipFill rotWithShape="1">
          <a:blip r:embed="rId1">
            <a:extLst>
              <a:ext uri="{28A0092B-C50C-407E-A947-70E740481C1C}">
                <a14:useLocalDpi xmlns:a14="http://schemas.microsoft.com/office/drawing/2010/main" val="0"/>
              </a:ext>
            </a:extLst>
          </a:blip>
          <a:srcRect t="16293" b="20192"/>
          <a:stretch>
            <a:fillRect/>
          </a:stretch>
        </p:blipFill>
        <p:spPr bwMode="auto">
          <a:xfrm>
            <a:off x="3201720" y="3066842"/>
            <a:ext cx="3627019" cy="124400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1"/>
          <p:cNvSpPr txBox="1">
            <a:spLocks noGrp="1"/>
          </p:cNvSpPr>
          <p:nvPr>
            <p:ph type="ctrTitle"/>
          </p:nvPr>
        </p:nvSpPr>
        <p:spPr>
          <a:xfrm>
            <a:off x="1403350" y="555625"/>
            <a:ext cx="7752715" cy="51752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pPr>
            <a:r>
              <a:rPr lang="es-MX" altLang="es-AR" sz="2000">
                <a:latin typeface="Fira Code" panose="020B0604020202020204" charset="0"/>
                <a:cs typeface="Fira Code" panose="020B0604020202020204" charset="0"/>
              </a:rPr>
              <a:t>¿Qu</a:t>
            </a:r>
            <a:r>
              <a:rPr lang="es-AR" sz="2000">
                <a:latin typeface="Fira Code" panose="020B0604020202020204" charset="0"/>
                <a:cs typeface="Fira Code" panose="020B0604020202020204" charset="0"/>
              </a:rPr>
              <a:t>é son y para qué sirven los módulos en Node</a:t>
            </a:r>
            <a:r>
              <a:rPr lang="es-MX" altLang="es-AR" sz="2000">
                <a:latin typeface="Fira Code" panose="020B0604020202020204" charset="0"/>
                <a:cs typeface="Fira Code" panose="020B0604020202020204" charset="0"/>
              </a:rPr>
              <a:t>.Js</a:t>
            </a:r>
            <a:r>
              <a:rPr lang="es-AR" sz="2000">
                <a:latin typeface="Fira Code" panose="020B0604020202020204" charset="0"/>
                <a:cs typeface="Fira Code" panose="020B0604020202020204" charset="0"/>
              </a:rPr>
              <a:t>?</a:t>
            </a:r>
            <a:r>
              <a:rPr lang="es-MX" altLang="es-AR" sz="2000">
                <a:latin typeface="Fira Code" panose="020B0604020202020204" charset="0"/>
                <a:cs typeface="Fira Code" panose="020B0604020202020204" charset="0"/>
              </a:rPr>
              <a:t> </a:t>
            </a:r>
            <a:r>
              <a:rPr lang="en-GB" sz="2000">
                <a:solidFill>
                  <a:schemeClr val="accent3"/>
                </a:solidFill>
                <a:latin typeface="Fira Code" panose="020B0604020202020204" charset="0"/>
                <a:cs typeface="Fira Code" panose="020B0604020202020204" charset="0"/>
              </a:rPr>
              <a:t>{</a:t>
            </a:r>
            <a:endParaRPr sz="2000">
              <a:solidFill>
                <a:schemeClr val="accent3"/>
              </a:solidFill>
              <a:latin typeface="Fira Code" panose="020B0604020202020204" charset="0"/>
              <a:cs typeface="Fira Code" panose="020B0604020202020204" charset="0"/>
            </a:endParaRPr>
          </a:p>
        </p:txBody>
      </p:sp>
      <p:sp>
        <p:nvSpPr>
          <p:cNvPr id="459" name="Google Shape;459;p1"/>
          <p:cNvSpPr txBox="1">
            <a:spLocks noGrp="1"/>
          </p:cNvSpPr>
          <p:nvPr>
            <p:ph type="subTitle" idx="1"/>
          </p:nvPr>
        </p:nvSpPr>
        <p:spPr>
          <a:xfrm>
            <a:off x="1909445" y="1225255"/>
            <a:ext cx="6202680" cy="3001645"/>
          </a:xfrm>
          <a:prstGeom prst="rect">
            <a:avLst/>
          </a:prstGeom>
          <a:noFill/>
          <a:ln>
            <a:noFill/>
          </a:ln>
        </p:spPr>
        <p:txBody>
          <a:bodyPr spcFirstLastPara="1" wrap="square" lIns="91425" tIns="91425" rIns="91425" bIns="91425" anchor="ctr" anchorCtr="0">
            <a:noAutofit/>
          </a:bodyPr>
          <a:lstStyle/>
          <a:p>
            <a:pPr marL="285750" lvl="0" indent="-285750" algn="l" rtl="0">
              <a:lnSpc>
                <a:spcPct val="100000"/>
              </a:lnSpc>
              <a:spcBef>
                <a:spcPts val="0"/>
              </a:spcBef>
              <a:spcAft>
                <a:spcPts val="0"/>
              </a:spcAft>
              <a:buSzPts val="2800"/>
              <a:buFont typeface="Arial" panose="020B0604020202020204" pitchFamily="34" charset="0"/>
              <a:buChar char="•"/>
            </a:pPr>
            <a:r>
              <a:rPr sz="1400" dirty="0" smtClean="0">
                <a:latin typeface="Fira Code" panose="020B0604020202020204" charset="0"/>
                <a:cs typeface="Fira Code" panose="020B0604020202020204" charset="0"/>
              </a:rPr>
              <a:t>Los </a:t>
            </a:r>
            <a:r>
              <a:rPr sz="1400" dirty="0" err="1">
                <a:latin typeface="Fira Code" panose="020B0604020202020204" charset="0"/>
                <a:cs typeface="Fira Code" panose="020B0604020202020204" charset="0"/>
              </a:rPr>
              <a:t>módulos</a:t>
            </a:r>
            <a:r>
              <a:rPr sz="1400" dirty="0">
                <a:latin typeface="Fira Code" panose="020B0604020202020204" charset="0"/>
                <a:cs typeface="Fira Code" panose="020B0604020202020204" charset="0"/>
              </a:rPr>
              <a:t> en Node.js son </a:t>
            </a:r>
            <a:r>
              <a:rPr sz="1400" dirty="0" err="1">
                <a:latin typeface="Fira Code" panose="020B0604020202020204" charset="0"/>
                <a:cs typeface="Fira Code" panose="020B0604020202020204" charset="0"/>
              </a:rPr>
              <a:t>bloques</a:t>
            </a:r>
            <a:r>
              <a:rPr sz="1400" dirty="0">
                <a:latin typeface="Fira Code" panose="020B0604020202020204" charset="0"/>
                <a:cs typeface="Fira Code" panose="020B0604020202020204" charset="0"/>
              </a:rPr>
              <a:t> de </a:t>
            </a:r>
            <a:r>
              <a:rPr sz="1400" dirty="0" err="1">
                <a:latin typeface="Fira Code" panose="020B0604020202020204" charset="0"/>
                <a:cs typeface="Fira Code" panose="020B0604020202020204" charset="0"/>
              </a:rPr>
              <a:t>código</a:t>
            </a:r>
            <a:r>
              <a:rPr sz="1400" dirty="0">
                <a:latin typeface="Fira Code" panose="020B0604020202020204" charset="0"/>
                <a:cs typeface="Fira Code" panose="020B0604020202020204" charset="0"/>
              </a:rPr>
              <a:t> </a:t>
            </a:r>
            <a:r>
              <a:rPr sz="1400" dirty="0" err="1">
                <a:latin typeface="Fira Code" panose="020B0604020202020204" charset="0"/>
                <a:cs typeface="Fira Code" panose="020B0604020202020204" charset="0"/>
              </a:rPr>
              <a:t>reutilizable</a:t>
            </a:r>
            <a:r>
              <a:rPr sz="1400" dirty="0">
                <a:latin typeface="Fira Code" panose="020B0604020202020204" charset="0"/>
                <a:cs typeface="Fira Code" panose="020B0604020202020204" charset="0"/>
              </a:rPr>
              <a:t> </a:t>
            </a:r>
            <a:r>
              <a:rPr sz="1400" dirty="0" err="1">
                <a:latin typeface="Fira Code" panose="020B0604020202020204" charset="0"/>
                <a:cs typeface="Fira Code" panose="020B0604020202020204" charset="0"/>
              </a:rPr>
              <a:t>que</a:t>
            </a:r>
            <a:r>
              <a:rPr sz="1400" dirty="0">
                <a:latin typeface="Fira Code" panose="020B0604020202020204" charset="0"/>
                <a:cs typeface="Fira Code" panose="020B0604020202020204" charset="0"/>
              </a:rPr>
              <a:t> se </a:t>
            </a:r>
            <a:r>
              <a:rPr sz="1400" dirty="0" err="1">
                <a:latin typeface="Fira Code" panose="020B0604020202020204" charset="0"/>
                <a:cs typeface="Fira Code" panose="020B0604020202020204" charset="0"/>
              </a:rPr>
              <a:t>pueden</a:t>
            </a:r>
            <a:r>
              <a:rPr sz="1400" dirty="0">
                <a:latin typeface="Fira Code" panose="020B0604020202020204" charset="0"/>
                <a:cs typeface="Fira Code" panose="020B0604020202020204" charset="0"/>
              </a:rPr>
              <a:t> </a:t>
            </a:r>
            <a:r>
              <a:rPr sz="1400" dirty="0" err="1">
                <a:latin typeface="Fira Code" panose="020B0604020202020204" charset="0"/>
                <a:cs typeface="Fira Code" panose="020B0604020202020204" charset="0"/>
              </a:rPr>
              <a:t>incluir</a:t>
            </a:r>
            <a:r>
              <a:rPr sz="1400" dirty="0">
                <a:latin typeface="Fira Code" panose="020B0604020202020204" charset="0"/>
                <a:cs typeface="Fira Code" panose="020B0604020202020204" charset="0"/>
              </a:rPr>
              <a:t> en </a:t>
            </a:r>
            <a:r>
              <a:rPr sz="1400" dirty="0" err="1">
                <a:latin typeface="Fira Code" panose="020B0604020202020204" charset="0"/>
                <a:cs typeface="Fira Code" panose="020B0604020202020204" charset="0"/>
              </a:rPr>
              <a:t>una</a:t>
            </a:r>
            <a:r>
              <a:rPr sz="1400" dirty="0">
                <a:latin typeface="Fira Code" panose="020B0604020202020204" charset="0"/>
                <a:cs typeface="Fira Code" panose="020B0604020202020204" charset="0"/>
              </a:rPr>
              <a:t> </a:t>
            </a:r>
            <a:r>
              <a:rPr sz="1400" dirty="0" err="1" smtClean="0">
                <a:latin typeface="Fira Code" panose="020B0604020202020204" charset="0"/>
                <a:cs typeface="Fira Code" panose="020B0604020202020204" charset="0"/>
              </a:rPr>
              <a:t>aplicación</a:t>
            </a:r>
            <a:r>
              <a:rPr lang="es-MX" sz="1400" dirty="0" smtClean="0">
                <a:latin typeface="Fira Code" panose="020B0604020202020204" charset="0"/>
                <a:cs typeface="Fira Code" panose="020B0604020202020204" charset="0"/>
              </a:rPr>
              <a:t>.</a:t>
            </a:r>
            <a:endParaRPr lang="es-MX" sz="1400" dirty="0" smtClean="0">
              <a:latin typeface="Fira Code" panose="020B0604020202020204" charset="0"/>
              <a:cs typeface="Fira Code" panose="020B0604020202020204" charset="0"/>
            </a:endParaRPr>
          </a:p>
          <a:p>
            <a:pPr marL="285750" lvl="0" indent="-285750" algn="l" rtl="0">
              <a:lnSpc>
                <a:spcPct val="100000"/>
              </a:lnSpc>
              <a:spcBef>
                <a:spcPts val="0"/>
              </a:spcBef>
              <a:spcAft>
                <a:spcPts val="0"/>
              </a:spcAft>
              <a:buSzPts val="2800"/>
              <a:buFont typeface="Arial" panose="020B0604020202020204" pitchFamily="34" charset="0"/>
              <a:buChar char="•"/>
            </a:pPr>
            <a:endParaRPr lang="es-MX" sz="1400" dirty="0" smtClean="0">
              <a:latin typeface="Fira Code" panose="020B0604020202020204" charset="0"/>
              <a:cs typeface="Fira Code" panose="020B0604020202020204" charset="0"/>
            </a:endParaRPr>
          </a:p>
          <a:p>
            <a:pPr marL="285750" lvl="0" indent="-285750" algn="l" rtl="0">
              <a:lnSpc>
                <a:spcPct val="100000"/>
              </a:lnSpc>
              <a:spcBef>
                <a:spcPts val="0"/>
              </a:spcBef>
              <a:spcAft>
                <a:spcPts val="0"/>
              </a:spcAft>
              <a:buSzPts val="2800"/>
              <a:buFont typeface="Arial" panose="020B0604020202020204" pitchFamily="34" charset="0"/>
              <a:buChar char="•"/>
            </a:pPr>
            <a:r>
              <a:rPr sz="1400" dirty="0" smtClean="0">
                <a:latin typeface="Fira Code" panose="020B0604020202020204" charset="0"/>
                <a:cs typeface="Fira Code" panose="020B0604020202020204" charset="0"/>
              </a:rPr>
              <a:t> </a:t>
            </a:r>
            <a:r>
              <a:rPr sz="1400" dirty="0">
                <a:latin typeface="Fira Code" panose="020B0604020202020204" charset="0"/>
                <a:cs typeface="Fira Code" panose="020B0604020202020204" charset="0"/>
              </a:rPr>
              <a:t>Node.js para </a:t>
            </a:r>
            <a:r>
              <a:rPr sz="1400" dirty="0" err="1">
                <a:latin typeface="Fira Code" panose="020B0604020202020204" charset="0"/>
                <a:cs typeface="Fira Code" panose="020B0604020202020204" charset="0"/>
              </a:rPr>
              <a:t>agregar</a:t>
            </a:r>
            <a:r>
              <a:rPr sz="1400" dirty="0">
                <a:latin typeface="Fira Code" panose="020B0604020202020204" charset="0"/>
                <a:cs typeface="Fira Code" panose="020B0604020202020204" charset="0"/>
              </a:rPr>
              <a:t> </a:t>
            </a:r>
            <a:r>
              <a:rPr sz="1400" dirty="0" err="1">
                <a:latin typeface="Fira Code" panose="020B0604020202020204" charset="0"/>
                <a:cs typeface="Fira Code" panose="020B0604020202020204" charset="0"/>
              </a:rPr>
              <a:t>funcionalidad</a:t>
            </a:r>
            <a:r>
              <a:rPr sz="1400" dirty="0">
                <a:latin typeface="Fira Code" panose="020B0604020202020204" charset="0"/>
                <a:cs typeface="Fira Code" panose="020B0604020202020204" charset="0"/>
              </a:rPr>
              <a:t> </a:t>
            </a:r>
            <a:r>
              <a:rPr sz="1400" dirty="0" err="1">
                <a:latin typeface="Fira Code" panose="020B0604020202020204" charset="0"/>
                <a:cs typeface="Fira Code" panose="020B0604020202020204" charset="0"/>
              </a:rPr>
              <a:t>específica</a:t>
            </a:r>
            <a:r>
              <a:rPr sz="1400" dirty="0">
                <a:latin typeface="Fira Code" panose="020B0604020202020204" charset="0"/>
                <a:cs typeface="Fira Code" panose="020B0604020202020204" charset="0"/>
              </a:rPr>
              <a:t>. Los </a:t>
            </a:r>
            <a:r>
              <a:rPr sz="1400" dirty="0" err="1">
                <a:latin typeface="Fira Code" panose="020B0604020202020204" charset="0"/>
                <a:cs typeface="Fira Code" panose="020B0604020202020204" charset="0"/>
              </a:rPr>
              <a:t>módulos</a:t>
            </a:r>
            <a:r>
              <a:rPr sz="1400" dirty="0">
                <a:latin typeface="Fira Code" panose="020B0604020202020204" charset="0"/>
                <a:cs typeface="Fira Code" panose="020B0604020202020204" charset="0"/>
              </a:rPr>
              <a:t> </a:t>
            </a:r>
            <a:r>
              <a:rPr sz="1400" dirty="0" err="1">
                <a:latin typeface="Fira Code" panose="020B0604020202020204" charset="0"/>
                <a:cs typeface="Fira Code" panose="020B0604020202020204" charset="0"/>
              </a:rPr>
              <a:t>permiten</a:t>
            </a:r>
            <a:r>
              <a:rPr sz="1400" dirty="0">
                <a:latin typeface="Fira Code" panose="020B0604020202020204" charset="0"/>
                <a:cs typeface="Fira Code" panose="020B0604020202020204" charset="0"/>
              </a:rPr>
              <a:t> a los </a:t>
            </a:r>
            <a:r>
              <a:rPr sz="1400" dirty="0" err="1">
                <a:latin typeface="Fira Code" panose="020B0604020202020204" charset="0"/>
                <a:cs typeface="Fira Code" panose="020B0604020202020204" charset="0"/>
              </a:rPr>
              <a:t>desarrolladores</a:t>
            </a:r>
            <a:r>
              <a:rPr sz="1400" dirty="0">
                <a:latin typeface="Fira Code" panose="020B0604020202020204" charset="0"/>
                <a:cs typeface="Fira Code" panose="020B0604020202020204" charset="0"/>
              </a:rPr>
              <a:t> </a:t>
            </a:r>
            <a:r>
              <a:rPr sz="1400" dirty="0" err="1">
                <a:latin typeface="Fira Code" panose="020B0604020202020204" charset="0"/>
                <a:cs typeface="Fira Code" panose="020B0604020202020204" charset="0"/>
              </a:rPr>
              <a:t>separar</a:t>
            </a:r>
            <a:r>
              <a:rPr sz="1400" dirty="0">
                <a:latin typeface="Fira Code" panose="020B0604020202020204" charset="0"/>
                <a:cs typeface="Fira Code" panose="020B0604020202020204" charset="0"/>
              </a:rPr>
              <a:t> la </a:t>
            </a:r>
            <a:r>
              <a:rPr sz="1400" dirty="0" err="1">
                <a:latin typeface="Fira Code" panose="020B0604020202020204" charset="0"/>
                <a:cs typeface="Fira Code" panose="020B0604020202020204" charset="0"/>
              </a:rPr>
              <a:t>funcionalidad</a:t>
            </a:r>
            <a:r>
              <a:rPr sz="1400" dirty="0">
                <a:latin typeface="Fira Code" panose="020B0604020202020204" charset="0"/>
                <a:cs typeface="Fira Code" panose="020B0604020202020204" charset="0"/>
              </a:rPr>
              <a:t> de </a:t>
            </a:r>
            <a:r>
              <a:rPr sz="1400" dirty="0" err="1">
                <a:latin typeface="Fira Code" panose="020B0604020202020204" charset="0"/>
                <a:cs typeface="Fira Code" panose="020B0604020202020204" charset="0"/>
              </a:rPr>
              <a:t>su</a:t>
            </a:r>
            <a:r>
              <a:rPr sz="1400" dirty="0">
                <a:latin typeface="Fira Code" panose="020B0604020202020204" charset="0"/>
                <a:cs typeface="Fira Code" panose="020B0604020202020204" charset="0"/>
              </a:rPr>
              <a:t> </a:t>
            </a:r>
            <a:r>
              <a:rPr sz="1400" dirty="0" err="1">
                <a:latin typeface="Fira Code" panose="020B0604020202020204" charset="0"/>
                <a:cs typeface="Fira Code" panose="020B0604020202020204" charset="0"/>
              </a:rPr>
              <a:t>aplicación</a:t>
            </a:r>
            <a:r>
              <a:rPr sz="1400" dirty="0">
                <a:latin typeface="Fira Code" panose="020B0604020202020204" charset="0"/>
                <a:cs typeface="Fira Code" panose="020B0604020202020204" charset="0"/>
              </a:rPr>
              <a:t> en </a:t>
            </a:r>
            <a:r>
              <a:rPr sz="1400" dirty="0" err="1">
                <a:latin typeface="Fira Code" panose="020B0604020202020204" charset="0"/>
                <a:cs typeface="Fira Code" panose="020B0604020202020204" charset="0"/>
              </a:rPr>
              <a:t>diferentes</a:t>
            </a:r>
            <a:r>
              <a:rPr sz="1400" dirty="0">
                <a:latin typeface="Fira Code" panose="020B0604020202020204" charset="0"/>
                <a:cs typeface="Fira Code" panose="020B0604020202020204" charset="0"/>
              </a:rPr>
              <a:t> </a:t>
            </a:r>
            <a:r>
              <a:rPr sz="1400" dirty="0" err="1">
                <a:latin typeface="Fira Code" panose="020B0604020202020204" charset="0"/>
                <a:cs typeface="Fira Code" panose="020B0604020202020204" charset="0"/>
              </a:rPr>
              <a:t>archivos</a:t>
            </a:r>
            <a:r>
              <a:rPr sz="1400" dirty="0">
                <a:latin typeface="Fira Code" panose="020B0604020202020204" charset="0"/>
                <a:cs typeface="Fira Code" panose="020B0604020202020204" charset="0"/>
              </a:rPr>
              <a:t> y </a:t>
            </a:r>
            <a:r>
              <a:rPr sz="1400" dirty="0" err="1">
                <a:latin typeface="Fira Code" panose="020B0604020202020204" charset="0"/>
                <a:cs typeface="Fira Code" panose="020B0604020202020204" charset="0"/>
              </a:rPr>
              <a:t>carpetas</a:t>
            </a:r>
            <a:r>
              <a:rPr sz="1400" dirty="0">
                <a:latin typeface="Fira Code" panose="020B0604020202020204" charset="0"/>
                <a:cs typeface="Fira Code" panose="020B0604020202020204" charset="0"/>
              </a:rPr>
              <a:t> para </a:t>
            </a:r>
            <a:r>
              <a:rPr sz="1400" dirty="0" err="1">
                <a:latin typeface="Fira Code" panose="020B0604020202020204" charset="0"/>
                <a:cs typeface="Fira Code" panose="020B0604020202020204" charset="0"/>
              </a:rPr>
              <a:t>una</a:t>
            </a:r>
            <a:r>
              <a:rPr sz="1400" dirty="0">
                <a:latin typeface="Fira Code" panose="020B0604020202020204" charset="0"/>
                <a:cs typeface="Fira Code" panose="020B0604020202020204" charset="0"/>
              </a:rPr>
              <a:t> </a:t>
            </a:r>
            <a:r>
              <a:rPr sz="1400" dirty="0" err="1">
                <a:latin typeface="Fira Code" panose="020B0604020202020204" charset="0"/>
                <a:cs typeface="Fira Code" panose="020B0604020202020204" charset="0"/>
              </a:rPr>
              <a:t>mejor</a:t>
            </a:r>
            <a:r>
              <a:rPr sz="1400" dirty="0">
                <a:latin typeface="Fira Code" panose="020B0604020202020204" charset="0"/>
                <a:cs typeface="Fira Code" panose="020B0604020202020204" charset="0"/>
              </a:rPr>
              <a:t> </a:t>
            </a:r>
            <a:r>
              <a:rPr sz="1400" dirty="0" err="1">
                <a:latin typeface="Fira Code" panose="020B0604020202020204" charset="0"/>
                <a:cs typeface="Fira Code" panose="020B0604020202020204" charset="0"/>
              </a:rPr>
              <a:t>organización</a:t>
            </a:r>
            <a:r>
              <a:rPr sz="1400" dirty="0">
                <a:latin typeface="Fira Code" panose="020B0604020202020204" charset="0"/>
                <a:cs typeface="Fira Code" panose="020B0604020202020204" charset="0"/>
              </a:rPr>
              <a:t> y </a:t>
            </a:r>
            <a:r>
              <a:rPr sz="1400" dirty="0" err="1">
                <a:latin typeface="Fira Code" panose="020B0604020202020204" charset="0"/>
                <a:cs typeface="Fira Code" panose="020B0604020202020204" charset="0"/>
              </a:rPr>
              <a:t>mantenimiento</a:t>
            </a:r>
            <a:r>
              <a:rPr sz="1400" dirty="0">
                <a:latin typeface="Fira Code" panose="020B0604020202020204" charset="0"/>
                <a:cs typeface="Fira Code" panose="020B0604020202020204" charset="0"/>
              </a:rPr>
              <a:t> del </a:t>
            </a:r>
            <a:r>
              <a:rPr sz="1400" dirty="0" err="1">
                <a:latin typeface="Fira Code" panose="020B0604020202020204" charset="0"/>
                <a:cs typeface="Fira Code" panose="020B0604020202020204" charset="0"/>
              </a:rPr>
              <a:t>código</a:t>
            </a:r>
            <a:r>
              <a:rPr sz="1400" dirty="0" smtClean="0">
                <a:latin typeface="Fira Code" panose="020B0604020202020204" charset="0"/>
                <a:cs typeface="Fira Code" panose="020B0604020202020204" charset="0"/>
              </a:rPr>
              <a:t>.</a:t>
            </a:r>
            <a:endParaRPr lang="es-MX" sz="1400" dirty="0" smtClean="0">
              <a:latin typeface="Fira Code" panose="020B0604020202020204" charset="0"/>
              <a:cs typeface="Fira Code" panose="020B0604020202020204" charset="0"/>
            </a:endParaRPr>
          </a:p>
          <a:p>
            <a:pPr marL="285750" lvl="0" indent="-285750" algn="l" rtl="0">
              <a:lnSpc>
                <a:spcPct val="100000"/>
              </a:lnSpc>
              <a:spcBef>
                <a:spcPts val="0"/>
              </a:spcBef>
              <a:spcAft>
                <a:spcPts val="0"/>
              </a:spcAft>
              <a:buSzPts val="2800"/>
              <a:buFont typeface="Arial" panose="020B0604020202020204" pitchFamily="34" charset="0"/>
              <a:buChar char="•"/>
            </a:pPr>
            <a:endParaRPr lang="es-MX" sz="1400" dirty="0" smtClean="0">
              <a:latin typeface="Fira Code" panose="020B0604020202020204" charset="0"/>
              <a:cs typeface="Fira Code" panose="020B0604020202020204" charset="0"/>
            </a:endParaRPr>
          </a:p>
          <a:p>
            <a:pPr marL="285750" lvl="0" indent="-285750" algn="l" rtl="0">
              <a:lnSpc>
                <a:spcPct val="100000"/>
              </a:lnSpc>
              <a:spcBef>
                <a:spcPts val="0"/>
              </a:spcBef>
              <a:spcAft>
                <a:spcPts val="0"/>
              </a:spcAft>
              <a:buSzPts val="2800"/>
              <a:buFont typeface="Arial" panose="020B0604020202020204" pitchFamily="34" charset="0"/>
              <a:buChar char="•"/>
            </a:pPr>
            <a:r>
              <a:rPr sz="1400" dirty="0" err="1" smtClean="0">
                <a:latin typeface="Fira Code" panose="020B0604020202020204" charset="0"/>
                <a:cs typeface="Fira Code" panose="020B0604020202020204" charset="0"/>
              </a:rPr>
              <a:t>Esto</a:t>
            </a:r>
            <a:r>
              <a:rPr sz="1400" dirty="0" smtClean="0">
                <a:latin typeface="Fira Code" panose="020B0604020202020204" charset="0"/>
                <a:cs typeface="Fira Code" panose="020B0604020202020204" charset="0"/>
              </a:rPr>
              <a:t> </a:t>
            </a:r>
            <a:r>
              <a:rPr sz="1400" dirty="0" err="1">
                <a:latin typeface="Fira Code" panose="020B0604020202020204" charset="0"/>
                <a:cs typeface="Fira Code" panose="020B0604020202020204" charset="0"/>
              </a:rPr>
              <a:t>hace</a:t>
            </a:r>
            <a:r>
              <a:rPr sz="1400" dirty="0">
                <a:latin typeface="Fira Code" panose="020B0604020202020204" charset="0"/>
                <a:cs typeface="Fira Code" panose="020B0604020202020204" charset="0"/>
              </a:rPr>
              <a:t> </a:t>
            </a:r>
            <a:r>
              <a:rPr sz="1400" dirty="0" err="1">
                <a:latin typeface="Fira Code" panose="020B0604020202020204" charset="0"/>
                <a:cs typeface="Fira Code" panose="020B0604020202020204" charset="0"/>
              </a:rPr>
              <a:t>que</a:t>
            </a:r>
            <a:r>
              <a:rPr sz="1400" dirty="0">
                <a:latin typeface="Fira Code" panose="020B0604020202020204" charset="0"/>
                <a:cs typeface="Fira Code" panose="020B0604020202020204" charset="0"/>
              </a:rPr>
              <a:t> el </a:t>
            </a:r>
            <a:r>
              <a:rPr sz="1400" dirty="0" err="1">
                <a:latin typeface="Fira Code" panose="020B0604020202020204" charset="0"/>
                <a:cs typeface="Fira Code" panose="020B0604020202020204" charset="0"/>
              </a:rPr>
              <a:t>código</a:t>
            </a:r>
            <a:r>
              <a:rPr sz="1400" dirty="0">
                <a:latin typeface="Fira Code" panose="020B0604020202020204" charset="0"/>
                <a:cs typeface="Fira Code" panose="020B0604020202020204" charset="0"/>
              </a:rPr>
              <a:t> sea </a:t>
            </a:r>
            <a:r>
              <a:rPr sz="1400" dirty="0" err="1">
                <a:latin typeface="Fira Code" panose="020B0604020202020204" charset="0"/>
                <a:cs typeface="Fira Code" panose="020B0604020202020204" charset="0"/>
              </a:rPr>
              <a:t>más</a:t>
            </a:r>
            <a:r>
              <a:rPr sz="1400" dirty="0">
                <a:latin typeface="Fira Code" panose="020B0604020202020204" charset="0"/>
                <a:cs typeface="Fira Code" panose="020B0604020202020204" charset="0"/>
              </a:rPr>
              <a:t> </a:t>
            </a:r>
            <a:r>
              <a:rPr sz="1400" dirty="0" err="1">
                <a:latin typeface="Fira Code" panose="020B0604020202020204" charset="0"/>
                <a:cs typeface="Fira Code" panose="020B0604020202020204" charset="0"/>
              </a:rPr>
              <a:t>fácil</a:t>
            </a:r>
            <a:r>
              <a:rPr sz="1400" dirty="0">
                <a:latin typeface="Fira Code" panose="020B0604020202020204" charset="0"/>
                <a:cs typeface="Fira Code" panose="020B0604020202020204" charset="0"/>
              </a:rPr>
              <a:t> de leer, </a:t>
            </a:r>
            <a:r>
              <a:rPr sz="1400" dirty="0" err="1">
                <a:latin typeface="Fira Code" panose="020B0604020202020204" charset="0"/>
                <a:cs typeface="Fira Code" panose="020B0604020202020204" charset="0"/>
              </a:rPr>
              <a:t>entender</a:t>
            </a:r>
            <a:r>
              <a:rPr sz="1400" dirty="0">
                <a:latin typeface="Fira Code" panose="020B0604020202020204" charset="0"/>
                <a:cs typeface="Fira Code" panose="020B0604020202020204" charset="0"/>
              </a:rPr>
              <a:t> y </a:t>
            </a:r>
            <a:r>
              <a:rPr sz="1400" dirty="0" err="1">
                <a:latin typeface="Fira Code" panose="020B0604020202020204" charset="0"/>
                <a:cs typeface="Fira Code" panose="020B0604020202020204" charset="0"/>
              </a:rPr>
              <a:t>mantener</a:t>
            </a:r>
            <a:r>
              <a:rPr sz="1400" dirty="0">
                <a:latin typeface="Fira Code" panose="020B0604020202020204" charset="0"/>
                <a:cs typeface="Fira Code" panose="020B0604020202020204" charset="0"/>
              </a:rPr>
              <a:t>, lo </a:t>
            </a:r>
            <a:r>
              <a:rPr sz="1400" dirty="0" err="1">
                <a:latin typeface="Fira Code" panose="020B0604020202020204" charset="0"/>
                <a:cs typeface="Fira Code" panose="020B0604020202020204" charset="0"/>
              </a:rPr>
              <a:t>que</a:t>
            </a:r>
            <a:r>
              <a:rPr sz="1400" dirty="0">
                <a:latin typeface="Fira Code" panose="020B0604020202020204" charset="0"/>
                <a:cs typeface="Fira Code" panose="020B0604020202020204" charset="0"/>
              </a:rPr>
              <a:t> se traduce en </a:t>
            </a:r>
            <a:r>
              <a:rPr sz="1400" dirty="0" err="1">
                <a:latin typeface="Fira Code" panose="020B0604020202020204" charset="0"/>
                <a:cs typeface="Fira Code" panose="020B0604020202020204" charset="0"/>
              </a:rPr>
              <a:t>una</a:t>
            </a:r>
            <a:r>
              <a:rPr sz="1400" dirty="0">
                <a:latin typeface="Fira Code" panose="020B0604020202020204" charset="0"/>
                <a:cs typeface="Fira Code" panose="020B0604020202020204" charset="0"/>
              </a:rPr>
              <a:t> </a:t>
            </a:r>
            <a:r>
              <a:rPr sz="1400" dirty="0" err="1">
                <a:latin typeface="Fira Code" panose="020B0604020202020204" charset="0"/>
                <a:cs typeface="Fira Code" panose="020B0604020202020204" charset="0"/>
              </a:rPr>
              <a:t>mejor</a:t>
            </a:r>
            <a:r>
              <a:rPr sz="1400" dirty="0">
                <a:latin typeface="Fira Code" panose="020B0604020202020204" charset="0"/>
                <a:cs typeface="Fira Code" panose="020B0604020202020204" charset="0"/>
              </a:rPr>
              <a:t> </a:t>
            </a:r>
            <a:r>
              <a:rPr sz="1400" dirty="0" err="1">
                <a:latin typeface="Fira Code" panose="020B0604020202020204" charset="0"/>
                <a:cs typeface="Fira Code" panose="020B0604020202020204" charset="0"/>
              </a:rPr>
              <a:t>calidad</a:t>
            </a:r>
            <a:r>
              <a:rPr sz="1400" dirty="0">
                <a:latin typeface="Fira Code" panose="020B0604020202020204" charset="0"/>
                <a:cs typeface="Fira Code" panose="020B0604020202020204" charset="0"/>
              </a:rPr>
              <a:t> de software</a:t>
            </a:r>
            <a:r>
              <a:rPr sz="1400" dirty="0" smtClean="0">
                <a:latin typeface="Fira Code" panose="020B0604020202020204" charset="0"/>
                <a:cs typeface="Fira Code" panose="020B0604020202020204" charset="0"/>
              </a:rPr>
              <a:t>.</a:t>
            </a:r>
            <a:endParaRPr sz="1400" dirty="0">
              <a:latin typeface="Fira Code" panose="020B0604020202020204" charset="0"/>
              <a:cs typeface="Fira Code" panose="020B0604020202020204" charset="0"/>
            </a:endParaRPr>
          </a:p>
          <a:p>
            <a:pPr marL="0" lvl="0" indent="0" algn="l" rtl="0">
              <a:lnSpc>
                <a:spcPct val="100000"/>
              </a:lnSpc>
              <a:spcBef>
                <a:spcPts val="0"/>
              </a:spcBef>
              <a:spcAft>
                <a:spcPts val="0"/>
              </a:spcAft>
              <a:buSzPts val="2800"/>
              <a:buNone/>
            </a:pPr>
            <a:endParaRPr sz="2000" dirty="0">
              <a:latin typeface="Fira Code" panose="020B0604020202020204" charset="0"/>
              <a:cs typeface="Fira Code" panose="020B0604020202020204" charset="0"/>
            </a:endParaRPr>
          </a:p>
          <a:p>
            <a:pPr marL="0" lvl="0" indent="0" algn="l" rtl="0">
              <a:lnSpc>
                <a:spcPct val="100000"/>
              </a:lnSpc>
              <a:spcBef>
                <a:spcPts val="0"/>
              </a:spcBef>
              <a:spcAft>
                <a:spcPts val="0"/>
              </a:spcAft>
              <a:buSzPts val="2800"/>
              <a:buNone/>
            </a:pPr>
            <a:endParaRPr lang="en-GB" sz="2000" dirty="0">
              <a:latin typeface="Fira Code" panose="020B0604020202020204" charset="0"/>
              <a:cs typeface="Fira Code" panose="020B0604020202020204" charset="0"/>
            </a:endParaRPr>
          </a:p>
        </p:txBody>
      </p:sp>
      <p:grpSp>
        <p:nvGrpSpPr>
          <p:cNvPr id="462" name="Google Shape;462;p1"/>
          <p:cNvGrpSpPr/>
          <p:nvPr/>
        </p:nvGrpSpPr>
        <p:grpSpPr>
          <a:xfrm>
            <a:off x="1403350" y="1215390"/>
            <a:ext cx="506095" cy="3429588"/>
            <a:chOff x="1403365" y="1759900"/>
            <a:chExt cx="506100" cy="2873303"/>
          </a:xfrm>
        </p:grpSpPr>
        <p:cxnSp>
          <p:nvCxnSpPr>
            <p:cNvPr id="463" name="Google Shape;463;p1"/>
            <p:cNvCxnSpPr/>
            <p:nvPr/>
          </p:nvCxnSpPr>
          <p:spPr>
            <a:xfrm>
              <a:off x="1551956" y="1759900"/>
              <a:ext cx="0" cy="2490833"/>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a:xfrm>
              <a:off x="1403365" y="4223561"/>
              <a:ext cx="506100" cy="409642"/>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panose="020B0604020202020204"/>
                <a:buNone/>
              </a:pPr>
              <a:r>
                <a:rPr lang="en-GB" sz="2000" b="0" i="0" u="none" strike="noStrike" cap="none">
                  <a:solidFill>
                    <a:schemeClr val="accent3"/>
                  </a:solidFill>
                  <a:latin typeface="Fira Code" panose="020B0604020202020204" charset="0"/>
                  <a:ea typeface="Fira Code" panose="020B0604020202020204"/>
                  <a:cs typeface="Fira Code" panose="020B0604020202020204" charset="0"/>
                  <a:sym typeface="Fira Code" panose="020B0604020202020204"/>
                </a:rPr>
                <a:t>}</a:t>
              </a:r>
              <a:endParaRPr sz="2000" b="0" i="0" u="none" strike="noStrike" cap="none">
                <a:solidFill>
                  <a:schemeClr val="accent3"/>
                </a:solidFill>
                <a:latin typeface="Fira Code" panose="020B0604020202020204" charset="0"/>
                <a:ea typeface="Fira Code" panose="020B0604020202020204"/>
                <a:cs typeface="Fira Code" panose="020B0604020202020204" charset="0"/>
                <a:sym typeface="Fira Code" panose="020B0604020202020204"/>
              </a:endParaRPr>
            </a:p>
          </p:txBody>
        </p:sp>
      </p:grpSp>
      <p:sp>
        <p:nvSpPr>
          <p:cNvPr id="4"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a:solidFill>
                  <a:schemeClr val="accent3"/>
                </a:solidFill>
                <a:latin typeface="Fira Code" panose="020B0604020202020204" charset="0"/>
                <a:cs typeface="Fira Code" panose="020B0604020202020204" charset="0"/>
              </a:rPr>
              <a:t>UNIDAD 4 - Programación del Lado del Servidor y Persistencia de Datos</a:t>
            </a:r>
            <a:endParaRPr lang="es-AR" altLang="en-GB" sz="1400">
              <a:solidFill>
                <a:schemeClr val="accent3"/>
              </a:solidFill>
              <a:latin typeface="Fira Code" panose="020B0604020202020204" charset="0"/>
              <a:cs typeface="Fira Code" panose="020B0604020202020204" charset="0"/>
            </a:endParaRP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charset="0"/>
                <a:ea typeface="Fira Code" panose="020B0604020202020204"/>
                <a:cs typeface="Fira Code" panose="020B0604020202020204" charset="0"/>
                <a:sym typeface="Fira Code" panose="020B0604020202020204"/>
              </a:rPr>
              <a:t>Instituto </a:t>
            </a:r>
            <a:r>
              <a:rPr lang="en-GB" sz="1200" b="0" u="none" strike="noStrike" cap="none" dirty="0" err="1">
                <a:solidFill>
                  <a:schemeClr val="accent3"/>
                </a:solidFill>
                <a:latin typeface="Fira Code" panose="020B0604020202020204" charset="0"/>
                <a:ea typeface="Fira Code" panose="020B0604020202020204"/>
                <a:cs typeface="Fira Code" panose="020B0604020202020204" charset="0"/>
                <a:sym typeface="Fira Code" panose="020B0604020202020204"/>
              </a:rPr>
              <a:t>Politécnico</a:t>
            </a:r>
            <a:r>
              <a:rPr lang="en-GB" sz="1200" b="0" u="none" strike="noStrike" cap="none" dirty="0">
                <a:solidFill>
                  <a:schemeClr val="accent3"/>
                </a:solidFill>
                <a:latin typeface="Fira Code" panose="020B0604020202020204" charset="0"/>
                <a:ea typeface="Fira Code" panose="020B0604020202020204"/>
                <a:cs typeface="Fira Code" panose="020B0604020202020204" charset="0"/>
                <a:sym typeface="Fira Code" panose="020B0604020202020204"/>
              </a:rPr>
              <a:t> Formosa</a:t>
            </a:r>
            <a:endParaRPr lang="en-GB" sz="1200" b="0" u="none" strike="noStrike" cap="none" dirty="0">
              <a:solidFill>
                <a:schemeClr val="accent3"/>
              </a:solidFill>
              <a:latin typeface="Fira Code" panose="020B0604020202020204" charset="0"/>
              <a:ea typeface="Fira Code" panose="020B0604020202020204"/>
              <a:cs typeface="Fira Code" panose="020B0604020202020204" charset="0"/>
              <a:sym typeface="Fira Code" panose="020B0604020202020204"/>
            </a:endParaRPr>
          </a:p>
        </p:txBody>
      </p:sp>
      <p:sp>
        <p:nvSpPr>
          <p:cNvPr id="5"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charset="0"/>
                <a:ea typeface="Fira Code" panose="020B0604020202020204"/>
                <a:cs typeface="Fira Code" panose="020B0604020202020204" charset="0"/>
                <a:sym typeface="Fira Code" panose="020B0604020202020204"/>
              </a:rPr>
              <a:t>TLP1</a:t>
            </a:r>
            <a:endParaRPr lang="es-ES" altLang="en-GB" sz="1400" b="1" i="0" u="none" strike="noStrike" cap="none" dirty="0">
              <a:solidFill>
                <a:schemeClr val="accent6"/>
              </a:solidFill>
              <a:latin typeface="Fira Code" panose="020B0604020202020204" charset="0"/>
              <a:ea typeface="Fira Code" panose="020B0604020202020204"/>
              <a:cs typeface="Fira Code" panose="020B0604020202020204" charset="0"/>
              <a:sym typeface="Fira Code" panose="020B0604020202020204"/>
            </a:endParaRPr>
          </a:p>
        </p:txBody>
      </p:sp>
      <p:sp>
        <p:nvSpPr>
          <p:cNvPr id="7" name="Google Shape;465;p1"/>
          <p:cNvSpPr txBox="1"/>
          <p:nvPr/>
        </p:nvSpPr>
        <p:spPr>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1400">
                <a:latin typeface="Fira Code" panose="020B0604020202020204" charset="0"/>
                <a:cs typeface="Fira Code" panose="020B0604020202020204" charset="0"/>
                <a:sym typeface="+mn-ea"/>
              </a:rPr>
              <a:t>Introducción a Node.Js</a:t>
            </a:r>
            <a:endParaRPr lang="es-AR" altLang="es-MX" sz="1400">
              <a:solidFill>
                <a:schemeClr val="accent3"/>
              </a:solidFill>
              <a:latin typeface="Fira Code" panose="020B0604020202020204" charset="0"/>
              <a:cs typeface="Fira Code" panose="020B0604020202020204" charset="0"/>
            </a:endParaRPr>
          </a:p>
        </p:txBody>
      </p:sp>
      <p:pic>
        <p:nvPicPr>
          <p:cNvPr id="2" name="Imagen 1"/>
          <p:cNvPicPr>
            <a:picLocks noChangeAspect="1"/>
          </p:cNvPicPr>
          <p:nvPr/>
        </p:nvPicPr>
        <p:blipFill>
          <a:blip r:embed="rId1"/>
          <a:stretch>
            <a:fillRect/>
          </a:stretch>
        </p:blipFill>
        <p:spPr>
          <a:xfrm>
            <a:off x="5254436" y="3783943"/>
            <a:ext cx="2857689" cy="651996"/>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1"/>
          <p:cNvSpPr txBox="1">
            <a:spLocks noGrp="1"/>
          </p:cNvSpPr>
          <p:nvPr>
            <p:ph type="ctrTitle"/>
          </p:nvPr>
        </p:nvSpPr>
        <p:spPr>
          <a:xfrm>
            <a:off x="1403350" y="555625"/>
            <a:ext cx="5741729" cy="51752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pPr>
            <a:r>
              <a:rPr lang="es-MX" altLang="es-AR" sz="2000" dirty="0" smtClean="0"/>
              <a:t>¿Qué ocurre al instalar los módulos de </a:t>
            </a:r>
            <a:r>
              <a:rPr lang="es-MX" altLang="es-AR" sz="2000" dirty="0" err="1" smtClean="0"/>
              <a:t>Node</a:t>
            </a:r>
            <a:r>
              <a:rPr lang="es-MX" altLang="es-AR" sz="2000" dirty="0" smtClean="0"/>
              <a:t>?</a:t>
            </a:r>
            <a:endParaRPr sz="2000" dirty="0">
              <a:solidFill>
                <a:schemeClr val="accent3"/>
              </a:solidFill>
            </a:endParaRPr>
          </a:p>
        </p:txBody>
      </p:sp>
      <p:sp>
        <p:nvSpPr>
          <p:cNvPr id="4"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dirty="0">
                <a:solidFill>
                  <a:schemeClr val="accent3"/>
                </a:solidFill>
              </a:rPr>
              <a:t>UNIDAD 4 - Programación del Lado del Servidor y Persistencia de Datos</a:t>
            </a:r>
            <a:endParaRPr lang="es-AR" altLang="en-GB" sz="1400" dirty="0">
              <a:solidFill>
                <a:schemeClr val="accent3"/>
              </a:solidFill>
            </a:endParaRP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endPar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endParaRPr>
          </a:p>
        </p:txBody>
      </p:sp>
      <p:sp>
        <p:nvSpPr>
          <p:cNvPr id="5"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sp>
        <p:nvSpPr>
          <p:cNvPr id="7" name="Google Shape;465;p1"/>
          <p:cNvSpPr txBox="1"/>
          <p:nvPr/>
        </p:nvSpPr>
        <p:spPr>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1400">
                <a:sym typeface="+mn-ea"/>
              </a:rPr>
              <a:t>Introducción a Node.Js</a:t>
            </a:r>
            <a:endParaRPr lang="es-AR" altLang="es-MX" sz="1400">
              <a:solidFill>
                <a:schemeClr val="accent3"/>
              </a:solidFill>
            </a:endParaRPr>
          </a:p>
        </p:txBody>
      </p:sp>
      <p:pic>
        <p:nvPicPr>
          <p:cNvPr id="10244" name="Picture 4" descr="node-modules-app-performance_"/>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55410" y="1073150"/>
            <a:ext cx="4821230" cy="346739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1"/>
          <p:cNvSpPr txBox="1">
            <a:spLocks noGrp="1"/>
          </p:cNvSpPr>
          <p:nvPr>
            <p:ph type="ctrTitle"/>
          </p:nvPr>
        </p:nvSpPr>
        <p:spPr>
          <a:xfrm>
            <a:off x="1403985" y="495300"/>
            <a:ext cx="7717155" cy="51752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pPr>
            <a:r>
              <a:rPr lang="es-AR" sz="2000">
                <a:sym typeface="+mn-ea"/>
              </a:rPr>
              <a:t>Ventajas </a:t>
            </a:r>
            <a:r>
              <a:rPr lang="es-MX" altLang="es-AR" sz="2000">
                <a:sym typeface="+mn-ea"/>
              </a:rPr>
              <a:t>que ofrecen l</a:t>
            </a:r>
            <a:r>
              <a:rPr lang="es-AR" sz="2000">
                <a:sym typeface="+mn-ea"/>
              </a:rPr>
              <a:t>os módulos en Node.</a:t>
            </a:r>
            <a:r>
              <a:rPr lang="es-MX" altLang="es-AR" sz="2000">
                <a:sym typeface="+mn-ea"/>
              </a:rPr>
              <a:t>J</a:t>
            </a:r>
            <a:r>
              <a:rPr lang="es-AR" sz="2000">
                <a:sym typeface="+mn-ea"/>
              </a:rPr>
              <a:t>s</a:t>
            </a:r>
            <a:r>
              <a:rPr lang="en-GB" sz="2000"/>
              <a:t> </a:t>
            </a:r>
            <a:r>
              <a:rPr lang="en-GB" sz="2000">
                <a:solidFill>
                  <a:schemeClr val="accent2"/>
                </a:solidFill>
              </a:rPr>
              <a:t> </a:t>
            </a:r>
            <a:r>
              <a:rPr lang="en-GB" sz="2000">
                <a:solidFill>
                  <a:schemeClr val="accent3"/>
                </a:solidFill>
              </a:rPr>
              <a:t>{</a:t>
            </a:r>
            <a:endParaRPr sz="2000">
              <a:solidFill>
                <a:schemeClr val="accent3"/>
              </a:solidFill>
            </a:endParaRPr>
          </a:p>
        </p:txBody>
      </p:sp>
      <p:grpSp>
        <p:nvGrpSpPr>
          <p:cNvPr id="462" name="Google Shape;462;p1"/>
          <p:cNvGrpSpPr/>
          <p:nvPr/>
        </p:nvGrpSpPr>
        <p:grpSpPr>
          <a:xfrm>
            <a:off x="1388745" y="1059816"/>
            <a:ext cx="506095" cy="3451172"/>
            <a:chOff x="1388760" y="1449985"/>
            <a:chExt cx="506100" cy="2575481"/>
          </a:xfrm>
        </p:grpSpPr>
        <p:cxnSp>
          <p:nvCxnSpPr>
            <p:cNvPr id="463" name="Google Shape;463;p1"/>
            <p:cNvCxnSpPr/>
            <p:nvPr/>
          </p:nvCxnSpPr>
          <p:spPr>
            <a:xfrm>
              <a:off x="1548146" y="1449985"/>
              <a:ext cx="3810" cy="2073211"/>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a:xfrm>
              <a:off x="1388760" y="3660581"/>
              <a:ext cx="506100" cy="36488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panose="020B0604020202020204"/>
                <a:buNone/>
              </a:pPr>
              <a:r>
                <a:rPr lang="en-GB" sz="20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rPr>
                <a:t>}</a:t>
              </a:r>
              <a:endParaRPr sz="20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endParaRPr>
            </a:p>
          </p:txBody>
        </p:sp>
      </p:grpSp>
      <p:sp>
        <p:nvSpPr>
          <p:cNvPr id="650" name="Google Shape;650;p8"/>
          <p:cNvSpPr/>
          <p:nvPr/>
        </p:nvSpPr>
        <p:spPr>
          <a:xfrm>
            <a:off x="1280125" y="2218446"/>
            <a:ext cx="115500" cy="115500"/>
          </a:xfrm>
          <a:prstGeom prst="ellipse">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2" name="Google Shape;652;p8"/>
          <p:cNvSpPr/>
          <p:nvPr/>
        </p:nvSpPr>
        <p:spPr>
          <a:xfrm>
            <a:off x="1280125" y="2941004"/>
            <a:ext cx="115500" cy="115500"/>
          </a:xfrm>
          <a:prstGeom prst="ellipse">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4" name="Google Shape;654;p8"/>
          <p:cNvSpPr/>
          <p:nvPr/>
        </p:nvSpPr>
        <p:spPr>
          <a:xfrm>
            <a:off x="1280125" y="3663563"/>
            <a:ext cx="115500" cy="115500"/>
          </a:xfrm>
          <a:prstGeom prst="ellipse">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35" name="Group 34"/>
          <p:cNvGrpSpPr/>
          <p:nvPr/>
        </p:nvGrpSpPr>
        <p:grpSpPr>
          <a:xfrm>
            <a:off x="1763395" y="1121410"/>
            <a:ext cx="7200900" cy="2767965"/>
            <a:chOff x="2778" y="1800"/>
            <a:chExt cx="11340" cy="2810"/>
          </a:xfrm>
        </p:grpSpPr>
        <p:sp>
          <p:nvSpPr>
            <p:cNvPr id="481" name="Google Shape;481;p3"/>
            <p:cNvSpPr txBox="1"/>
            <p:nvPr/>
          </p:nvSpPr>
          <p:spPr>
            <a:xfrm>
              <a:off x="2778" y="1800"/>
              <a:ext cx="11308" cy="562"/>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200"/>
                <a:t>&lt;</a:t>
              </a:r>
              <a:r>
                <a:rPr lang="es-AR" altLang="en-GB" sz="1200">
                  <a:solidFill>
                    <a:srgbClr val="FF0000"/>
                  </a:solidFill>
                </a:rPr>
                <a:t> </a:t>
              </a:r>
              <a:r>
                <a:rPr lang="en-GB" sz="1200">
                  <a:solidFill>
                    <a:srgbClr val="00B050"/>
                  </a:solidFill>
                </a:rPr>
                <a:t>Reutilización de código:</a:t>
              </a:r>
              <a:r>
                <a:rPr lang="en-GB" sz="1200"/>
                <a:t> los módulos permiten a los desarrolladores reutilizar el código en diferentes partes de la aplicación.</a:t>
              </a:r>
              <a:r>
                <a:rPr lang="es-AR" altLang="en-GB" sz="1200"/>
                <a:t> </a:t>
              </a:r>
              <a:r>
                <a:rPr lang="en-GB" sz="1200"/>
                <a:t>&gt;</a:t>
              </a:r>
              <a:endParaRPr lang="en-GB" sz="1200"/>
            </a:p>
          </p:txBody>
        </p:sp>
        <p:sp>
          <p:nvSpPr>
            <p:cNvPr id="24" name="Google Shape;481;p3"/>
            <p:cNvSpPr txBox="1"/>
            <p:nvPr/>
          </p:nvSpPr>
          <p:spPr>
            <a:xfrm>
              <a:off x="2810" y="2493"/>
              <a:ext cx="11308" cy="588"/>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200"/>
                <a:t>&lt;</a:t>
              </a:r>
              <a:r>
                <a:rPr lang="es-AR" altLang="en-GB" sz="1200"/>
                <a:t> </a:t>
              </a:r>
              <a:r>
                <a:rPr sz="1200">
                  <a:solidFill>
                    <a:srgbClr val="00B050"/>
                  </a:solidFill>
                </a:rPr>
                <a:t>Separación de responsabilidades:</a:t>
              </a:r>
              <a:r>
                <a:rPr sz="1200"/>
                <a:t> los módulos permiten a los desarrolladores separar la funcionalidad de la aplicación en diferentes archivos y carpetas, lo que hace que el código sea más fácil de entender y mantener.</a:t>
              </a:r>
              <a:r>
                <a:rPr lang="es-MX" sz="1200"/>
                <a:t> </a:t>
              </a:r>
              <a:r>
                <a:rPr lang="en-GB" sz="1200"/>
                <a:t>&gt;</a:t>
              </a:r>
              <a:endParaRPr lang="en-GB" sz="1200"/>
            </a:p>
          </p:txBody>
        </p:sp>
        <p:sp>
          <p:nvSpPr>
            <p:cNvPr id="27" name="Google Shape;481;p3"/>
            <p:cNvSpPr txBox="1"/>
            <p:nvPr/>
          </p:nvSpPr>
          <p:spPr>
            <a:xfrm>
              <a:off x="2810" y="3188"/>
              <a:ext cx="11308" cy="795"/>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200"/>
                <a:t>&lt;</a:t>
              </a:r>
              <a:r>
                <a:rPr lang="es-AR" altLang="en-GB" sz="1200"/>
                <a:t> </a:t>
              </a:r>
              <a:r>
                <a:rPr sz="1200">
                  <a:solidFill>
                    <a:srgbClr val="00B050"/>
                  </a:solidFill>
                </a:rPr>
                <a:t>Mayor seguridad:</a:t>
              </a:r>
              <a:r>
                <a:rPr sz="1200"/>
                <a:t> los módulos en Node.js se ejecutan en su propio ámbito, lo que significa que el código de un módulo no afecta el código de otros módulos.</a:t>
              </a:r>
              <a:r>
                <a:rPr lang="es-MX" sz="1200"/>
                <a:t> </a:t>
              </a:r>
              <a:r>
                <a:rPr lang="en-GB" sz="1200"/>
                <a:t>&gt;</a:t>
              </a:r>
              <a:endParaRPr lang="en-GB" sz="1200"/>
            </a:p>
          </p:txBody>
        </p:sp>
        <p:sp>
          <p:nvSpPr>
            <p:cNvPr id="30" name="Google Shape;481;p3"/>
            <p:cNvSpPr txBox="1"/>
            <p:nvPr/>
          </p:nvSpPr>
          <p:spPr>
            <a:xfrm>
              <a:off x="2810" y="4094"/>
              <a:ext cx="11308" cy="516"/>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200"/>
                <a:t>&lt;</a:t>
              </a:r>
              <a:r>
                <a:rPr lang="es-AR" altLang="en-GB" sz="1200"/>
                <a:t> </a:t>
              </a:r>
              <a:r>
                <a:rPr sz="1200">
                  <a:solidFill>
                    <a:srgbClr val="00B050"/>
                  </a:solidFill>
                </a:rPr>
                <a:t>Mayor rendimiento:</a:t>
              </a:r>
              <a:r>
                <a:rPr sz="1200"/>
                <a:t> los módulos permiten a Node.js cargar solo el código necesario en un momento dado, lo que mejora el rendimiento de la aplicación.</a:t>
              </a:r>
              <a:r>
                <a:rPr lang="es-MX" sz="1200"/>
                <a:t> </a:t>
              </a:r>
              <a:r>
                <a:rPr lang="en-GB" sz="1200"/>
                <a:t>&gt;</a:t>
              </a:r>
              <a:endParaRPr lang="en-GB" sz="1200"/>
            </a:p>
          </p:txBody>
        </p:sp>
      </p:grpSp>
      <p:sp>
        <p:nvSpPr>
          <p:cNvPr id="3"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a:solidFill>
                  <a:schemeClr val="accent3"/>
                </a:solidFill>
              </a:rPr>
              <a:t>UNIDAD 4 - Programación del Lado del Servidor y Persistencia de Datos</a:t>
            </a:r>
            <a:endParaRPr lang="es-AR" altLang="en-GB" sz="1400">
              <a:solidFill>
                <a:schemeClr val="accent3"/>
              </a:solidFill>
            </a:endParaRP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endPar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endParaRPr>
          </a:p>
        </p:txBody>
      </p:sp>
      <p:sp>
        <p:nvSpPr>
          <p:cNvPr id="4"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sp>
        <p:nvSpPr>
          <p:cNvPr id="7" name="Google Shape;465;p1"/>
          <p:cNvSpPr txBox="1"/>
          <p:nvPr/>
        </p:nvSpPr>
        <p:spPr>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1400">
                <a:sym typeface="+mn-ea"/>
              </a:rPr>
              <a:t>Introducción a Node.Js</a:t>
            </a:r>
            <a:endParaRPr lang="es-AR" altLang="es-MX" sz="1400">
              <a:solidFill>
                <a:schemeClr val="accent3"/>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grpSp>
        <p:nvGrpSpPr>
          <p:cNvPr id="551" name="Google Shape;551;p5"/>
          <p:cNvGrpSpPr/>
          <p:nvPr/>
        </p:nvGrpSpPr>
        <p:grpSpPr>
          <a:xfrm>
            <a:off x="828040" y="1347470"/>
            <a:ext cx="506095" cy="3008613"/>
            <a:chOff x="1080380" y="3260196"/>
            <a:chExt cx="506100" cy="1195664"/>
          </a:xfrm>
        </p:grpSpPr>
        <p:cxnSp>
          <p:nvCxnSpPr>
            <p:cNvPr id="552" name="Google Shape;552;p5"/>
            <p:cNvCxnSpPr>
              <a:endCxn id="553" idx="0"/>
            </p:cNvCxnSpPr>
            <p:nvPr/>
          </p:nvCxnSpPr>
          <p:spPr>
            <a:xfrm flipH="1">
              <a:off x="1333747" y="3260196"/>
              <a:ext cx="8255" cy="1001355"/>
            </a:xfrm>
            <a:prstGeom prst="straightConnector1">
              <a:avLst/>
            </a:prstGeom>
            <a:noFill/>
            <a:ln w="9525" cap="flat" cmpd="sng">
              <a:solidFill>
                <a:schemeClr val="accent4"/>
              </a:solidFill>
              <a:prstDash val="solid"/>
              <a:round/>
              <a:headEnd type="none" w="sm" len="sm"/>
              <a:tailEnd type="none" w="sm" len="sm"/>
            </a:ln>
          </p:spPr>
        </p:cxnSp>
        <p:sp>
          <p:nvSpPr>
            <p:cNvPr id="553" name="Google Shape;553;p5"/>
            <p:cNvSpPr txBox="1"/>
            <p:nvPr/>
          </p:nvSpPr>
          <p:spPr>
            <a:xfrm>
              <a:off x="1080380" y="4261545"/>
              <a:ext cx="506100" cy="194315"/>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panose="020B0604020202020204"/>
                <a:buNone/>
              </a:pPr>
              <a:r>
                <a:rPr lang="en-GB" sz="2000" b="0" i="0" u="none" strike="noStrike" cap="none">
                  <a:solidFill>
                    <a:schemeClr val="accent6"/>
                  </a:solidFill>
                  <a:latin typeface="Fira Code" panose="020B0604020202020204"/>
                  <a:ea typeface="Fira Code" panose="020B0604020202020204"/>
                  <a:cs typeface="Fira Code" panose="020B0604020202020204"/>
                  <a:sym typeface="Fira Code" panose="020B0604020202020204"/>
                </a:rPr>
                <a:t>}</a:t>
              </a:r>
              <a:endParaRPr lang="en-GB" sz="2000" b="0" i="0" u="none" strike="noStrike" cap="none">
                <a:solidFill>
                  <a:schemeClr val="accent6"/>
                </a:solidFill>
                <a:latin typeface="Fira Code" panose="020B0604020202020204"/>
                <a:ea typeface="Fira Code" panose="020B0604020202020204"/>
                <a:cs typeface="Fira Code" panose="020B0604020202020204"/>
                <a:sym typeface="Fira Code" panose="020B0604020202020204"/>
              </a:endParaRPr>
            </a:p>
          </p:txBody>
        </p:sp>
      </p:grpSp>
      <p:sp>
        <p:nvSpPr>
          <p:cNvPr id="515" name="Google Shape;515;p5"/>
          <p:cNvSpPr txBox="1">
            <a:spLocks noGrp="1"/>
          </p:cNvSpPr>
          <p:nvPr>
            <p:ph type="title"/>
          </p:nvPr>
        </p:nvSpPr>
        <p:spPr>
          <a:xfrm>
            <a:off x="1143000" y="621030"/>
            <a:ext cx="7990840" cy="53086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s-MX" altLang="en-GB" sz="2000"/>
              <a:t>Tipos de módulos en Node.Js</a:t>
            </a:r>
            <a:r>
              <a:rPr lang="en-GB" sz="2000"/>
              <a:t> </a:t>
            </a:r>
            <a:r>
              <a:rPr lang="en-GB" sz="2000">
                <a:solidFill>
                  <a:schemeClr val="accent6"/>
                </a:solidFill>
              </a:rPr>
              <a:t>{</a:t>
            </a:r>
            <a:r>
              <a:rPr lang="en-GB" sz="2000"/>
              <a:t> </a:t>
            </a:r>
            <a:endParaRPr lang="en-GB" sz="2000"/>
          </a:p>
        </p:txBody>
      </p:sp>
      <p:grpSp>
        <p:nvGrpSpPr>
          <p:cNvPr id="8" name="Group 0"/>
          <p:cNvGrpSpPr/>
          <p:nvPr/>
        </p:nvGrpSpPr>
        <p:grpSpPr>
          <a:xfrm>
            <a:off x="1188085" y="1203960"/>
            <a:ext cx="7955915" cy="972820"/>
            <a:chOff x="1870" y="1896"/>
            <a:chExt cx="12529" cy="1824"/>
          </a:xfrm>
        </p:grpSpPr>
        <p:grpSp>
          <p:nvGrpSpPr>
            <p:cNvPr id="7" name="Group 6"/>
            <p:cNvGrpSpPr/>
            <p:nvPr/>
          </p:nvGrpSpPr>
          <p:grpSpPr>
            <a:xfrm>
              <a:off x="1870" y="2384"/>
              <a:ext cx="1662" cy="672"/>
              <a:chOff x="2499" y="2149"/>
              <a:chExt cx="1662" cy="672"/>
            </a:xfrm>
          </p:grpSpPr>
          <p:grpSp>
            <p:nvGrpSpPr>
              <p:cNvPr id="545" name="Google Shape;545;p5"/>
              <p:cNvGrpSpPr/>
              <p:nvPr/>
            </p:nvGrpSpPr>
            <p:grpSpPr>
              <a:xfrm>
                <a:off x="2543" y="2149"/>
                <a:ext cx="1521" cy="672"/>
                <a:chOff x="1665363" y="1706700"/>
                <a:chExt cx="1103680" cy="487500"/>
              </a:xfrm>
            </p:grpSpPr>
            <p:sp>
              <p:nvSpPr>
                <p:cNvPr id="546" name="Google Shape;546;p5"/>
                <p:cNvSpPr/>
                <p:nvPr/>
              </p:nvSpPr>
              <p:spPr>
                <a:xfrm flipH="1">
                  <a:off x="2700343" y="1706700"/>
                  <a:ext cx="68700" cy="487500"/>
                </a:xfrm>
                <a:prstGeom prst="leftBracket">
                  <a:avLst>
                    <a:gd name="adj" fmla="val 0"/>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47" name="Google Shape;547;p5"/>
                <p:cNvSpPr/>
                <p:nvPr/>
              </p:nvSpPr>
              <p:spPr>
                <a:xfrm>
                  <a:off x="1665363" y="1706700"/>
                  <a:ext cx="68700" cy="487500"/>
                </a:xfrm>
                <a:prstGeom prst="leftBracket">
                  <a:avLst>
                    <a:gd name="adj" fmla="val 0"/>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482" name="Google Shape;482;p3"/>
              <p:cNvSpPr txBox="1"/>
              <p:nvPr/>
            </p:nvSpPr>
            <p:spPr>
              <a:xfrm>
                <a:off x="2499" y="2227"/>
                <a:ext cx="1662"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000"/>
                  <a:buFont typeface="Fira Code" panose="020B0604020202020204"/>
                  <a:buNone/>
                  <a:defRPr sz="1800" b="0" i="0" u="none" strike="noStrike" cap="none">
                    <a:solidFill>
                      <a:schemeClr val="accent1"/>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2000"/>
                  <a:buFont typeface="Fira Code" panose="020B0604020202020204"/>
                  <a:buNone/>
                  <a:defRPr sz="20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2000"/>
                  <a:buFont typeface="Fira Code" panose="020B0604020202020204"/>
                  <a:buNone/>
                  <a:defRPr sz="20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2000"/>
                  <a:buFont typeface="Fira Code" panose="020B0604020202020204"/>
                  <a:buNone/>
                  <a:defRPr sz="20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2000"/>
                  <a:buFont typeface="Fira Code" panose="020B0604020202020204"/>
                  <a:buNone/>
                  <a:defRPr sz="20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2000"/>
                  <a:buFont typeface="Fira Code" panose="020B0604020202020204"/>
                  <a:buNone/>
                  <a:defRPr sz="20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2000"/>
                  <a:buFont typeface="Fira Code" panose="020B0604020202020204"/>
                  <a:buNone/>
                  <a:defRPr sz="20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2000"/>
                  <a:buFont typeface="Fira Code" panose="020B0604020202020204"/>
                  <a:buNone/>
                  <a:defRPr sz="20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2000"/>
                  <a:buFont typeface="Fira Code" panose="020B0604020202020204"/>
                  <a:buNone/>
                  <a:defRPr sz="20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000"/>
                  <a:buNone/>
                </a:pPr>
                <a:r>
                  <a:rPr lang="es-MX" altLang="es-AR" sz="1400"/>
                  <a:t>Móludos Integrados</a:t>
                </a:r>
                <a:endParaRPr lang="es-MX" altLang="es-AR" sz="1400"/>
              </a:p>
            </p:txBody>
          </p:sp>
        </p:grpSp>
        <p:sp>
          <p:nvSpPr>
            <p:cNvPr id="512" name="Google Shape;512;p5"/>
            <p:cNvSpPr txBox="1"/>
            <p:nvPr/>
          </p:nvSpPr>
          <p:spPr>
            <a:xfrm>
              <a:off x="3541" y="1896"/>
              <a:ext cx="10859" cy="1825"/>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2pPr>
              <a:lvl3pPr marL="1371600" marR="0" lvl="2"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3pPr>
              <a:lvl4pPr marL="1828800" marR="0" lvl="3"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4pPr>
              <a:lvl5pPr marL="2286000" marR="0" lvl="4"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5pPr>
              <a:lvl6pPr marL="2743200" marR="0" lvl="5"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6pPr>
              <a:lvl7pPr marL="3200400" marR="0" lvl="6"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7pPr>
              <a:lvl8pPr marL="3657600" marR="0" lvl="7"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8pPr>
              <a:lvl9pPr marL="4114800" marR="0" lvl="8"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dirty="0"/>
                <a:t>&lt; (Core Modules)</a:t>
              </a:r>
              <a:r>
                <a:rPr lang="es-MX" altLang="en-GB" dirty="0"/>
                <a:t> </a:t>
              </a:r>
              <a:r>
                <a:rPr dirty="0">
                  <a:sym typeface="+mn-ea"/>
                </a:rPr>
                <a:t>Son </a:t>
              </a:r>
              <a:r>
                <a:rPr dirty="0" err="1">
                  <a:sym typeface="+mn-ea"/>
                </a:rPr>
                <a:t>módulos</a:t>
              </a:r>
              <a:r>
                <a:rPr dirty="0">
                  <a:sym typeface="+mn-ea"/>
                </a:rPr>
                <a:t> </a:t>
              </a:r>
              <a:r>
                <a:rPr dirty="0" err="1">
                  <a:sym typeface="+mn-ea"/>
                </a:rPr>
                <a:t>que</a:t>
              </a:r>
              <a:r>
                <a:rPr dirty="0">
                  <a:sym typeface="+mn-ea"/>
                </a:rPr>
                <a:t> </a:t>
              </a:r>
              <a:r>
                <a:rPr dirty="0" err="1">
                  <a:sym typeface="+mn-ea"/>
                </a:rPr>
                <a:t>vienen</a:t>
              </a:r>
              <a:r>
                <a:rPr dirty="0">
                  <a:sym typeface="+mn-ea"/>
                </a:rPr>
                <a:t> </a:t>
              </a:r>
              <a:r>
                <a:rPr dirty="0" err="1">
                  <a:sym typeface="+mn-ea"/>
                </a:rPr>
                <a:t>incluidos</a:t>
              </a:r>
              <a:r>
                <a:rPr dirty="0">
                  <a:sym typeface="+mn-ea"/>
                </a:rPr>
                <a:t> en la </a:t>
              </a:r>
              <a:r>
                <a:rPr dirty="0" err="1">
                  <a:sym typeface="+mn-ea"/>
                </a:rPr>
                <a:t>instalación</a:t>
              </a:r>
              <a:r>
                <a:rPr dirty="0">
                  <a:sym typeface="+mn-ea"/>
                </a:rPr>
                <a:t> de Node.js y se </a:t>
              </a:r>
              <a:r>
                <a:rPr dirty="0" err="1">
                  <a:sym typeface="+mn-ea"/>
                </a:rPr>
                <a:t>pueden</a:t>
              </a:r>
              <a:r>
                <a:rPr dirty="0">
                  <a:sym typeface="+mn-ea"/>
                </a:rPr>
                <a:t> </a:t>
              </a:r>
              <a:r>
                <a:rPr dirty="0" err="1">
                  <a:sym typeface="+mn-ea"/>
                </a:rPr>
                <a:t>utilizar</a:t>
              </a:r>
              <a:r>
                <a:rPr dirty="0">
                  <a:sym typeface="+mn-ea"/>
                </a:rPr>
                <a:t> en </a:t>
              </a:r>
              <a:r>
                <a:rPr dirty="0" err="1">
                  <a:sym typeface="+mn-ea"/>
                </a:rPr>
                <a:t>una</a:t>
              </a:r>
              <a:r>
                <a:rPr dirty="0">
                  <a:sym typeface="+mn-ea"/>
                </a:rPr>
                <a:t> </a:t>
              </a:r>
              <a:r>
                <a:rPr dirty="0" err="1">
                  <a:sym typeface="+mn-ea"/>
                </a:rPr>
                <a:t>aplicación</a:t>
              </a:r>
              <a:r>
                <a:rPr dirty="0">
                  <a:sym typeface="+mn-ea"/>
                </a:rPr>
                <a:t> sin </a:t>
              </a:r>
              <a:r>
                <a:rPr dirty="0" err="1">
                  <a:sym typeface="+mn-ea"/>
                </a:rPr>
                <a:t>necesidad</a:t>
              </a:r>
              <a:r>
                <a:rPr dirty="0">
                  <a:sym typeface="+mn-ea"/>
                </a:rPr>
                <a:t> de </a:t>
              </a:r>
              <a:r>
                <a:rPr dirty="0" err="1">
                  <a:sym typeface="+mn-ea"/>
                </a:rPr>
                <a:t>instalarlos</a:t>
              </a:r>
              <a:r>
                <a:rPr dirty="0">
                  <a:sym typeface="+mn-ea"/>
                </a:rPr>
                <a:t> </a:t>
              </a:r>
              <a:r>
                <a:rPr dirty="0" err="1">
                  <a:sym typeface="+mn-ea"/>
                </a:rPr>
                <a:t>adicionalmente</a:t>
              </a:r>
              <a:r>
                <a:rPr dirty="0">
                  <a:sym typeface="+mn-ea"/>
                </a:rPr>
                <a:t>. </a:t>
              </a:r>
              <a:r>
                <a:rPr dirty="0" err="1">
                  <a:sym typeface="+mn-ea"/>
                </a:rPr>
                <a:t>Algunos</a:t>
              </a:r>
              <a:r>
                <a:rPr dirty="0">
                  <a:sym typeface="+mn-ea"/>
                </a:rPr>
                <a:t> </a:t>
              </a:r>
              <a:r>
                <a:rPr dirty="0" err="1">
                  <a:sym typeface="+mn-ea"/>
                </a:rPr>
                <a:t>ejemplos</a:t>
              </a:r>
              <a:r>
                <a:rPr dirty="0">
                  <a:sym typeface="+mn-ea"/>
                </a:rPr>
                <a:t> de </a:t>
              </a:r>
              <a:r>
                <a:rPr dirty="0" err="1">
                  <a:sym typeface="+mn-ea"/>
                </a:rPr>
                <a:t>módulos</a:t>
              </a:r>
              <a:r>
                <a:rPr dirty="0">
                  <a:sym typeface="+mn-ea"/>
                </a:rPr>
                <a:t> </a:t>
              </a:r>
              <a:r>
                <a:rPr dirty="0" err="1">
                  <a:sym typeface="+mn-ea"/>
                </a:rPr>
                <a:t>integrados</a:t>
              </a:r>
              <a:r>
                <a:rPr dirty="0">
                  <a:sym typeface="+mn-ea"/>
                </a:rPr>
                <a:t> son http, </a:t>
              </a:r>
              <a:r>
                <a:rPr dirty="0" err="1">
                  <a:sym typeface="+mn-ea"/>
                </a:rPr>
                <a:t>fs</a:t>
              </a:r>
              <a:r>
                <a:rPr dirty="0">
                  <a:sym typeface="+mn-ea"/>
                </a:rPr>
                <a:t>, path, crypto, events, entre </a:t>
              </a:r>
              <a:r>
                <a:rPr dirty="0" err="1">
                  <a:sym typeface="+mn-ea"/>
                </a:rPr>
                <a:t>otros</a:t>
              </a:r>
              <a:r>
                <a:rPr dirty="0">
                  <a:sym typeface="+mn-ea"/>
                </a:rPr>
                <a:t>.</a:t>
              </a:r>
              <a:r>
                <a:rPr lang="en-GB" dirty="0"/>
                <a:t>&gt;</a:t>
              </a:r>
              <a:endParaRPr lang="en-GB" dirty="0"/>
            </a:p>
          </p:txBody>
        </p:sp>
      </p:grpSp>
      <p:sp>
        <p:nvSpPr>
          <p:cNvPr id="4"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a:solidFill>
                  <a:schemeClr val="accent3"/>
                </a:solidFill>
              </a:rPr>
              <a:t>UNIDAD 4 - Programación del Lado del Servidor y Persistencia de Datos</a:t>
            </a:r>
            <a:endParaRPr lang="es-AR" altLang="en-GB" sz="1400">
              <a:solidFill>
                <a:schemeClr val="accent3"/>
              </a:solidFill>
            </a:endParaRPr>
          </a:p>
        </p:txBody>
      </p:sp>
      <p:grpSp>
        <p:nvGrpSpPr>
          <p:cNvPr id="5" name="Group 4"/>
          <p:cNvGrpSpPr/>
          <p:nvPr/>
        </p:nvGrpSpPr>
        <p:grpSpPr>
          <a:xfrm>
            <a:off x="1216025" y="2183130"/>
            <a:ext cx="7956550" cy="1118423"/>
            <a:chOff x="1870" y="1896"/>
            <a:chExt cx="12530" cy="2097"/>
          </a:xfrm>
        </p:grpSpPr>
        <p:grpSp>
          <p:nvGrpSpPr>
            <p:cNvPr id="6" name="Group 5"/>
            <p:cNvGrpSpPr/>
            <p:nvPr/>
          </p:nvGrpSpPr>
          <p:grpSpPr>
            <a:xfrm>
              <a:off x="1870" y="2384"/>
              <a:ext cx="1662" cy="672"/>
              <a:chOff x="2499" y="2149"/>
              <a:chExt cx="1662" cy="672"/>
            </a:xfrm>
          </p:grpSpPr>
          <p:grpSp>
            <p:nvGrpSpPr>
              <p:cNvPr id="10" name="Google Shape;545;p5"/>
              <p:cNvGrpSpPr/>
              <p:nvPr/>
            </p:nvGrpSpPr>
            <p:grpSpPr>
              <a:xfrm>
                <a:off x="2543" y="2149"/>
                <a:ext cx="1521" cy="672"/>
                <a:chOff x="1665363" y="1706700"/>
                <a:chExt cx="1103680" cy="487500"/>
              </a:xfrm>
            </p:grpSpPr>
            <p:sp>
              <p:nvSpPr>
                <p:cNvPr id="11" name="Google Shape;546;p5"/>
                <p:cNvSpPr/>
                <p:nvPr/>
              </p:nvSpPr>
              <p:spPr>
                <a:xfrm flipH="1">
                  <a:off x="2700343" y="1706700"/>
                  <a:ext cx="68700" cy="487500"/>
                </a:xfrm>
                <a:prstGeom prst="leftBracket">
                  <a:avLst>
                    <a:gd name="adj" fmla="val 0"/>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 name="Google Shape;547;p5"/>
                <p:cNvSpPr/>
                <p:nvPr/>
              </p:nvSpPr>
              <p:spPr>
                <a:xfrm>
                  <a:off x="1665363" y="1706700"/>
                  <a:ext cx="68700" cy="487500"/>
                </a:xfrm>
                <a:prstGeom prst="leftBracket">
                  <a:avLst>
                    <a:gd name="adj" fmla="val 0"/>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3" name="Google Shape;482;p3"/>
              <p:cNvSpPr txBox="1"/>
              <p:nvPr/>
            </p:nvSpPr>
            <p:spPr>
              <a:xfrm>
                <a:off x="2499" y="2227"/>
                <a:ext cx="1662"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000"/>
                  <a:buFont typeface="Fira Code" panose="020B0604020202020204"/>
                  <a:buNone/>
                  <a:defRPr sz="1800" b="0" i="0" u="none" strike="noStrike" cap="none">
                    <a:solidFill>
                      <a:schemeClr val="accent1"/>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2000"/>
                  <a:buFont typeface="Fira Code" panose="020B0604020202020204"/>
                  <a:buNone/>
                  <a:defRPr sz="20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2000"/>
                  <a:buFont typeface="Fira Code" panose="020B0604020202020204"/>
                  <a:buNone/>
                  <a:defRPr sz="20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2000"/>
                  <a:buFont typeface="Fira Code" panose="020B0604020202020204"/>
                  <a:buNone/>
                  <a:defRPr sz="20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2000"/>
                  <a:buFont typeface="Fira Code" panose="020B0604020202020204"/>
                  <a:buNone/>
                  <a:defRPr sz="20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2000"/>
                  <a:buFont typeface="Fira Code" panose="020B0604020202020204"/>
                  <a:buNone/>
                  <a:defRPr sz="20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2000"/>
                  <a:buFont typeface="Fira Code" panose="020B0604020202020204"/>
                  <a:buNone/>
                  <a:defRPr sz="20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2000"/>
                  <a:buFont typeface="Fira Code" panose="020B0604020202020204"/>
                  <a:buNone/>
                  <a:defRPr sz="20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2000"/>
                  <a:buFont typeface="Fira Code" panose="020B0604020202020204"/>
                  <a:buNone/>
                  <a:defRPr sz="20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000"/>
                  <a:buNone/>
                </a:pPr>
                <a:r>
                  <a:rPr lang="es-MX" altLang="es-AR" sz="1400"/>
                  <a:t>Móludos Locales</a:t>
                </a:r>
                <a:endParaRPr lang="es-MX" altLang="es-AR" sz="1400"/>
              </a:p>
            </p:txBody>
          </p:sp>
        </p:grpSp>
        <p:sp>
          <p:nvSpPr>
            <p:cNvPr id="14" name="Google Shape;512;p5"/>
            <p:cNvSpPr txBox="1"/>
            <p:nvPr/>
          </p:nvSpPr>
          <p:spPr>
            <a:xfrm>
              <a:off x="3541" y="1896"/>
              <a:ext cx="10859" cy="2097"/>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2pPr>
              <a:lvl3pPr marL="1371600" marR="0" lvl="2"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3pPr>
              <a:lvl4pPr marL="1828800" marR="0" lvl="3"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4pPr>
              <a:lvl5pPr marL="2286000" marR="0" lvl="4"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5pPr>
              <a:lvl6pPr marL="2743200" marR="0" lvl="5"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6pPr>
              <a:lvl7pPr marL="3200400" marR="0" lvl="6"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7pPr>
              <a:lvl8pPr marL="3657600" marR="0" lvl="7"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8pPr>
              <a:lvl9pPr marL="4114800" marR="0" lvl="8"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dirty="0"/>
                <a:t>&lt; (Local Modules)</a:t>
              </a:r>
              <a:r>
                <a:rPr lang="es-MX" altLang="en-GB" dirty="0"/>
                <a:t> </a:t>
              </a:r>
              <a:r>
                <a:rPr dirty="0">
                  <a:sym typeface="+mn-ea"/>
                </a:rPr>
                <a:t>Son </a:t>
              </a:r>
              <a:r>
                <a:rPr dirty="0" err="1">
                  <a:sym typeface="+mn-ea"/>
                </a:rPr>
                <a:t>módulos</a:t>
              </a:r>
              <a:r>
                <a:rPr dirty="0">
                  <a:sym typeface="+mn-ea"/>
                </a:rPr>
                <a:t> </a:t>
              </a:r>
              <a:r>
                <a:rPr dirty="0" err="1">
                  <a:sym typeface="+mn-ea"/>
                </a:rPr>
                <a:t>creados</a:t>
              </a:r>
              <a:r>
                <a:rPr dirty="0">
                  <a:sym typeface="+mn-ea"/>
                </a:rPr>
                <a:t> </a:t>
              </a:r>
              <a:r>
                <a:rPr dirty="0" err="1">
                  <a:sym typeface="+mn-ea"/>
                </a:rPr>
                <a:t>por</a:t>
              </a:r>
              <a:r>
                <a:rPr dirty="0">
                  <a:sym typeface="+mn-ea"/>
                </a:rPr>
                <a:t> el </a:t>
              </a:r>
              <a:r>
                <a:rPr dirty="0" err="1">
                  <a:sym typeface="+mn-ea"/>
                </a:rPr>
                <a:t>desarrollador</a:t>
              </a:r>
              <a:r>
                <a:rPr dirty="0">
                  <a:sym typeface="+mn-ea"/>
                </a:rPr>
                <a:t> de la </a:t>
              </a:r>
              <a:r>
                <a:rPr dirty="0" err="1">
                  <a:sym typeface="+mn-ea"/>
                </a:rPr>
                <a:t>aplicación</a:t>
              </a:r>
              <a:r>
                <a:rPr dirty="0">
                  <a:sym typeface="+mn-ea"/>
                </a:rPr>
                <a:t>. Se </a:t>
              </a:r>
              <a:r>
                <a:rPr dirty="0" err="1">
                  <a:sym typeface="+mn-ea"/>
                </a:rPr>
                <a:t>definen</a:t>
              </a:r>
              <a:r>
                <a:rPr dirty="0">
                  <a:sym typeface="+mn-ea"/>
                </a:rPr>
                <a:t> en un </a:t>
              </a:r>
              <a:r>
                <a:rPr dirty="0" err="1">
                  <a:sym typeface="+mn-ea"/>
                </a:rPr>
                <a:t>archivo</a:t>
              </a:r>
              <a:r>
                <a:rPr dirty="0">
                  <a:sym typeface="+mn-ea"/>
                </a:rPr>
                <a:t> .</a:t>
              </a:r>
              <a:r>
                <a:rPr dirty="0" err="1">
                  <a:sym typeface="+mn-ea"/>
                </a:rPr>
                <a:t>js</a:t>
              </a:r>
              <a:r>
                <a:rPr dirty="0">
                  <a:sym typeface="+mn-ea"/>
                </a:rPr>
                <a:t> </a:t>
              </a:r>
              <a:r>
                <a:rPr dirty="0" err="1">
                  <a:sym typeface="+mn-ea"/>
                </a:rPr>
                <a:t>separado</a:t>
              </a:r>
              <a:r>
                <a:rPr dirty="0">
                  <a:sym typeface="+mn-ea"/>
                </a:rPr>
                <a:t> y se </a:t>
              </a:r>
              <a:r>
                <a:rPr dirty="0" err="1">
                  <a:sym typeface="+mn-ea"/>
                </a:rPr>
                <a:t>pueden</a:t>
              </a:r>
              <a:r>
                <a:rPr dirty="0">
                  <a:sym typeface="+mn-ea"/>
                </a:rPr>
                <a:t> </a:t>
              </a:r>
              <a:r>
                <a:rPr dirty="0" err="1">
                  <a:sym typeface="+mn-ea"/>
                </a:rPr>
                <a:t>cargar</a:t>
              </a:r>
              <a:r>
                <a:rPr dirty="0">
                  <a:sym typeface="+mn-ea"/>
                </a:rPr>
                <a:t> en la </a:t>
              </a:r>
              <a:r>
                <a:rPr dirty="0" err="1">
                  <a:sym typeface="+mn-ea"/>
                </a:rPr>
                <a:t>aplicación</a:t>
              </a:r>
              <a:r>
                <a:rPr dirty="0">
                  <a:sym typeface="+mn-ea"/>
                </a:rPr>
                <a:t> </a:t>
              </a:r>
              <a:r>
                <a:rPr dirty="0" err="1">
                  <a:sym typeface="+mn-ea"/>
                </a:rPr>
                <a:t>utilizando</a:t>
              </a:r>
              <a:r>
                <a:rPr dirty="0">
                  <a:sym typeface="+mn-ea"/>
                </a:rPr>
                <a:t> la </a:t>
              </a:r>
              <a:r>
                <a:rPr dirty="0" err="1">
                  <a:sym typeface="+mn-ea"/>
                </a:rPr>
                <a:t>función</a:t>
              </a:r>
              <a:r>
                <a:rPr dirty="0">
                  <a:sym typeface="+mn-ea"/>
                </a:rPr>
                <a:t> require(). Para </a:t>
              </a:r>
              <a:r>
                <a:rPr dirty="0" err="1">
                  <a:sym typeface="+mn-ea"/>
                </a:rPr>
                <a:t>que</a:t>
              </a:r>
              <a:r>
                <a:rPr dirty="0">
                  <a:sym typeface="+mn-ea"/>
                </a:rPr>
                <a:t> </a:t>
              </a:r>
              <a:r>
                <a:rPr dirty="0" err="1">
                  <a:sym typeface="+mn-ea"/>
                </a:rPr>
                <a:t>otros</a:t>
              </a:r>
              <a:r>
                <a:rPr dirty="0">
                  <a:sym typeface="+mn-ea"/>
                </a:rPr>
                <a:t> </a:t>
              </a:r>
              <a:r>
                <a:rPr dirty="0" err="1">
                  <a:sym typeface="+mn-ea"/>
                </a:rPr>
                <a:t>módulos</a:t>
              </a:r>
              <a:r>
                <a:rPr dirty="0">
                  <a:sym typeface="+mn-ea"/>
                </a:rPr>
                <a:t> </a:t>
              </a:r>
              <a:r>
                <a:rPr dirty="0" err="1">
                  <a:sym typeface="+mn-ea"/>
                </a:rPr>
                <a:t>puedan</a:t>
              </a:r>
              <a:r>
                <a:rPr dirty="0">
                  <a:sym typeface="+mn-ea"/>
                </a:rPr>
                <a:t> </a:t>
              </a:r>
              <a:r>
                <a:rPr dirty="0" err="1">
                  <a:sym typeface="+mn-ea"/>
                </a:rPr>
                <a:t>acceder</a:t>
              </a:r>
              <a:r>
                <a:rPr dirty="0">
                  <a:sym typeface="+mn-ea"/>
                </a:rPr>
                <a:t> a la </a:t>
              </a:r>
              <a:r>
                <a:rPr dirty="0" err="1">
                  <a:sym typeface="+mn-ea"/>
                </a:rPr>
                <a:t>funcionalidad</a:t>
              </a:r>
              <a:r>
                <a:rPr dirty="0">
                  <a:sym typeface="+mn-ea"/>
                </a:rPr>
                <a:t> de un </a:t>
              </a:r>
              <a:r>
                <a:rPr dirty="0" err="1">
                  <a:sym typeface="+mn-ea"/>
                </a:rPr>
                <a:t>módulo</a:t>
              </a:r>
              <a:r>
                <a:rPr dirty="0">
                  <a:sym typeface="+mn-ea"/>
                </a:rPr>
                <a:t> local, </a:t>
              </a:r>
              <a:r>
                <a:rPr dirty="0" err="1">
                  <a:sym typeface="+mn-ea"/>
                </a:rPr>
                <a:t>es</a:t>
              </a:r>
              <a:r>
                <a:rPr dirty="0">
                  <a:sym typeface="+mn-ea"/>
                </a:rPr>
                <a:t> </a:t>
              </a:r>
              <a:r>
                <a:rPr dirty="0" err="1">
                  <a:sym typeface="+mn-ea"/>
                </a:rPr>
                <a:t>necesario</a:t>
              </a:r>
              <a:r>
                <a:rPr dirty="0">
                  <a:sym typeface="+mn-ea"/>
                </a:rPr>
                <a:t> </a:t>
              </a:r>
              <a:r>
                <a:rPr dirty="0" err="1">
                  <a:sym typeface="+mn-ea"/>
                </a:rPr>
                <a:t>exportar</a:t>
              </a:r>
              <a:r>
                <a:rPr dirty="0">
                  <a:sym typeface="+mn-ea"/>
                </a:rPr>
                <a:t> </a:t>
              </a:r>
              <a:r>
                <a:rPr dirty="0" err="1">
                  <a:sym typeface="+mn-ea"/>
                </a:rPr>
                <a:t>las</a:t>
              </a:r>
              <a:r>
                <a:rPr dirty="0">
                  <a:sym typeface="+mn-ea"/>
                </a:rPr>
                <a:t> </a:t>
              </a:r>
              <a:r>
                <a:rPr dirty="0" err="1">
                  <a:sym typeface="+mn-ea"/>
                </a:rPr>
                <a:t>funciones</a:t>
              </a:r>
              <a:r>
                <a:rPr dirty="0">
                  <a:sym typeface="+mn-ea"/>
                </a:rPr>
                <a:t>, </a:t>
              </a:r>
              <a:r>
                <a:rPr dirty="0" err="1">
                  <a:sym typeface="+mn-ea"/>
                </a:rPr>
                <a:t>objetos</a:t>
              </a:r>
              <a:r>
                <a:rPr dirty="0">
                  <a:sym typeface="+mn-ea"/>
                </a:rPr>
                <a:t> o variables </a:t>
              </a:r>
              <a:r>
                <a:rPr dirty="0" err="1">
                  <a:sym typeface="+mn-ea"/>
                </a:rPr>
                <a:t>necesarias</a:t>
              </a:r>
              <a:r>
                <a:rPr dirty="0">
                  <a:sym typeface="+mn-ea"/>
                </a:rPr>
                <a:t> </a:t>
              </a:r>
              <a:r>
                <a:rPr dirty="0" err="1">
                  <a:sym typeface="+mn-ea"/>
                </a:rPr>
                <a:t>utilizando</a:t>
              </a:r>
              <a:r>
                <a:rPr dirty="0">
                  <a:sym typeface="+mn-ea"/>
                </a:rPr>
                <a:t> el </a:t>
              </a:r>
              <a:r>
                <a:rPr dirty="0" err="1">
                  <a:sym typeface="+mn-ea"/>
                </a:rPr>
                <a:t>objeto</a:t>
              </a:r>
              <a:r>
                <a:rPr dirty="0">
                  <a:sym typeface="+mn-ea"/>
                </a:rPr>
                <a:t> </a:t>
              </a:r>
              <a:r>
                <a:rPr dirty="0" err="1">
                  <a:sym typeface="+mn-ea"/>
                </a:rPr>
                <a:t>module.exports</a:t>
              </a:r>
              <a:r>
                <a:rPr dirty="0">
                  <a:sym typeface="+mn-ea"/>
                </a:rPr>
                <a:t>.</a:t>
              </a:r>
              <a:r>
                <a:rPr lang="en-GB" dirty="0"/>
                <a:t>&gt;</a:t>
              </a:r>
              <a:endParaRPr lang="en-GB" dirty="0"/>
            </a:p>
          </p:txBody>
        </p:sp>
      </p:grpSp>
      <p:grpSp>
        <p:nvGrpSpPr>
          <p:cNvPr id="15" name="Group 14"/>
          <p:cNvGrpSpPr/>
          <p:nvPr/>
        </p:nvGrpSpPr>
        <p:grpSpPr>
          <a:xfrm>
            <a:off x="1216025" y="3363595"/>
            <a:ext cx="7956550" cy="1118423"/>
            <a:chOff x="1870" y="1896"/>
            <a:chExt cx="12530" cy="2097"/>
          </a:xfrm>
        </p:grpSpPr>
        <p:grpSp>
          <p:nvGrpSpPr>
            <p:cNvPr id="16" name="Group 15"/>
            <p:cNvGrpSpPr/>
            <p:nvPr/>
          </p:nvGrpSpPr>
          <p:grpSpPr>
            <a:xfrm>
              <a:off x="1870" y="2384"/>
              <a:ext cx="1662" cy="672"/>
              <a:chOff x="2499" y="2149"/>
              <a:chExt cx="1662" cy="672"/>
            </a:xfrm>
          </p:grpSpPr>
          <p:grpSp>
            <p:nvGrpSpPr>
              <p:cNvPr id="17" name="Google Shape;545;p5"/>
              <p:cNvGrpSpPr/>
              <p:nvPr/>
            </p:nvGrpSpPr>
            <p:grpSpPr>
              <a:xfrm>
                <a:off x="2543" y="2149"/>
                <a:ext cx="1521" cy="672"/>
                <a:chOff x="1665363" y="1706700"/>
                <a:chExt cx="1103680" cy="487500"/>
              </a:xfrm>
            </p:grpSpPr>
            <p:sp>
              <p:nvSpPr>
                <p:cNvPr id="18" name="Google Shape;546;p5"/>
                <p:cNvSpPr/>
                <p:nvPr/>
              </p:nvSpPr>
              <p:spPr>
                <a:xfrm flipH="1">
                  <a:off x="2700343" y="1706700"/>
                  <a:ext cx="68700" cy="487500"/>
                </a:xfrm>
                <a:prstGeom prst="leftBracket">
                  <a:avLst>
                    <a:gd name="adj" fmla="val 0"/>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 name="Google Shape;547;p5"/>
                <p:cNvSpPr/>
                <p:nvPr/>
              </p:nvSpPr>
              <p:spPr>
                <a:xfrm>
                  <a:off x="1665363" y="1706700"/>
                  <a:ext cx="68700" cy="487500"/>
                </a:xfrm>
                <a:prstGeom prst="leftBracket">
                  <a:avLst>
                    <a:gd name="adj" fmla="val 0"/>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20" name="Google Shape;482;p3"/>
              <p:cNvSpPr txBox="1"/>
              <p:nvPr/>
            </p:nvSpPr>
            <p:spPr>
              <a:xfrm>
                <a:off x="2499" y="2227"/>
                <a:ext cx="1662"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000"/>
                  <a:buFont typeface="Fira Code" panose="020B0604020202020204"/>
                  <a:buNone/>
                  <a:defRPr sz="1800" b="0" i="0" u="none" strike="noStrike" cap="none">
                    <a:solidFill>
                      <a:schemeClr val="accent1"/>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2000"/>
                  <a:buFont typeface="Fira Code" panose="020B0604020202020204"/>
                  <a:buNone/>
                  <a:defRPr sz="20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2000"/>
                  <a:buFont typeface="Fira Code" panose="020B0604020202020204"/>
                  <a:buNone/>
                  <a:defRPr sz="20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2000"/>
                  <a:buFont typeface="Fira Code" panose="020B0604020202020204"/>
                  <a:buNone/>
                  <a:defRPr sz="20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2000"/>
                  <a:buFont typeface="Fira Code" panose="020B0604020202020204"/>
                  <a:buNone/>
                  <a:defRPr sz="20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2000"/>
                  <a:buFont typeface="Fira Code" panose="020B0604020202020204"/>
                  <a:buNone/>
                  <a:defRPr sz="20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2000"/>
                  <a:buFont typeface="Fira Code" panose="020B0604020202020204"/>
                  <a:buNone/>
                  <a:defRPr sz="20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2000"/>
                  <a:buFont typeface="Fira Code" panose="020B0604020202020204"/>
                  <a:buNone/>
                  <a:defRPr sz="20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2000"/>
                  <a:buFont typeface="Fira Code" panose="020B0604020202020204"/>
                  <a:buNone/>
                  <a:defRPr sz="20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000"/>
                  <a:buNone/>
                </a:pPr>
                <a:r>
                  <a:rPr lang="es-MX" altLang="es-AR" sz="1400"/>
                  <a:t>Móludos Externos</a:t>
                </a:r>
                <a:endParaRPr lang="es-MX" altLang="es-AR" sz="1400"/>
              </a:p>
            </p:txBody>
          </p:sp>
        </p:grpSp>
        <p:sp>
          <p:nvSpPr>
            <p:cNvPr id="21" name="Google Shape;512;p5"/>
            <p:cNvSpPr txBox="1"/>
            <p:nvPr/>
          </p:nvSpPr>
          <p:spPr>
            <a:xfrm>
              <a:off x="3541" y="1896"/>
              <a:ext cx="10859" cy="2097"/>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2pPr>
              <a:lvl3pPr marL="1371600" marR="0" lvl="2"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3pPr>
              <a:lvl4pPr marL="1828800" marR="0" lvl="3"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4pPr>
              <a:lvl5pPr marL="2286000" marR="0" lvl="4"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5pPr>
              <a:lvl6pPr marL="2743200" marR="0" lvl="5"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6pPr>
              <a:lvl7pPr marL="3200400" marR="0" lvl="6"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7pPr>
              <a:lvl8pPr marL="3657600" marR="0" lvl="7"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8pPr>
              <a:lvl9pPr marL="4114800" marR="0" lvl="8" indent="-317500" algn="l" rtl="0">
                <a:lnSpc>
                  <a:spcPct val="100000"/>
                </a:lnSpc>
                <a:spcBef>
                  <a:spcPts val="0"/>
                </a:spcBef>
                <a:spcAft>
                  <a:spcPts val="0"/>
                </a:spcAft>
                <a:buClr>
                  <a:schemeClr val="accent3"/>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a:t>&lt; </a:t>
              </a:r>
              <a:r>
                <a:rPr lang="es-MX" altLang="en-GB"/>
                <a:t>(Third-party Modules) </a:t>
              </a:r>
              <a:r>
                <a:rPr>
                  <a:sym typeface="+mn-ea"/>
                </a:rPr>
                <a:t>Son módulos creados por otros desarrolladores y disponibles en el registro de paquetes de Node.js (npm). Para utilizar un módulo externo, es necesario instalarlo en la aplicación utilizando el comando npm install. Después de instalar el módulo, se puede utilizar en la aplicación utilizando la función require().</a:t>
              </a:r>
              <a:r>
                <a:rPr lang="en-GB"/>
                <a:t>&gt;</a:t>
              </a:r>
              <a:endParaRPr lang="en-GB"/>
            </a:p>
          </p:txBody>
        </p:sp>
      </p:grpSp>
      <p:sp>
        <p:nvSpPr>
          <p:cNvPr id="9"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endPar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endParaRPr>
          </a:p>
        </p:txBody>
      </p:sp>
      <p:sp>
        <p:nvSpPr>
          <p:cNvPr id="23"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sp>
        <p:nvSpPr>
          <p:cNvPr id="2" name="Google Shape;465;p1"/>
          <p:cNvSpPr txBox="1"/>
          <p:nvPr/>
        </p:nvSpPr>
        <p:spPr>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1400">
                <a:sym typeface="+mn-ea"/>
              </a:rPr>
              <a:t>Introducción a Node.Js</a:t>
            </a:r>
            <a:endParaRPr lang="es-AR" altLang="es-MX" sz="1400">
              <a:solidFill>
                <a:schemeClr val="accent3"/>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1"/>
          <p:cNvSpPr txBox="1">
            <a:spLocks noGrp="1"/>
          </p:cNvSpPr>
          <p:nvPr>
            <p:ph type="ctrTitle"/>
          </p:nvPr>
        </p:nvSpPr>
        <p:spPr>
          <a:xfrm>
            <a:off x="1413510" y="627380"/>
            <a:ext cx="7730490" cy="51752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pPr>
            <a:r>
              <a:rPr lang="es-AR" sz="2000" dirty="0"/>
              <a:t>¿Qué es un servidor? </a:t>
            </a:r>
            <a:endParaRPr sz="2000" dirty="0">
              <a:solidFill>
                <a:schemeClr val="accent3"/>
              </a:solidFill>
            </a:endParaRPr>
          </a:p>
        </p:txBody>
      </p:sp>
      <p:sp>
        <p:nvSpPr>
          <p:cNvPr id="459" name="Google Shape;459;p1"/>
          <p:cNvSpPr txBox="1">
            <a:spLocks noGrp="1"/>
          </p:cNvSpPr>
          <p:nvPr>
            <p:ph type="subTitle" idx="1"/>
          </p:nvPr>
        </p:nvSpPr>
        <p:spPr>
          <a:xfrm>
            <a:off x="1913890" y="964684"/>
            <a:ext cx="6202680" cy="2151399"/>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GB" sz="1400" dirty="0"/>
              <a:t>&lt;</a:t>
            </a:r>
            <a:r>
              <a:rPr lang="es-AR" altLang="en-GB" sz="1400" dirty="0"/>
              <a:t> </a:t>
            </a:r>
            <a:r>
              <a:rPr sz="1400" dirty="0"/>
              <a:t>Un </a:t>
            </a:r>
            <a:r>
              <a:rPr sz="1400" dirty="0" err="1"/>
              <a:t>servidor</a:t>
            </a:r>
            <a:r>
              <a:rPr sz="1400" dirty="0"/>
              <a:t> </a:t>
            </a:r>
            <a:r>
              <a:rPr sz="1400" dirty="0" err="1"/>
              <a:t>es</a:t>
            </a:r>
            <a:r>
              <a:rPr sz="1400" dirty="0"/>
              <a:t> un software o hardware </a:t>
            </a:r>
            <a:r>
              <a:rPr sz="1400" dirty="0" err="1"/>
              <a:t>que</a:t>
            </a:r>
            <a:r>
              <a:rPr sz="1400" dirty="0"/>
              <a:t> </a:t>
            </a:r>
            <a:r>
              <a:rPr sz="1400" dirty="0" err="1"/>
              <a:t>proporciona</a:t>
            </a:r>
            <a:r>
              <a:rPr sz="1400" dirty="0"/>
              <a:t> </a:t>
            </a:r>
            <a:r>
              <a:rPr sz="1400" dirty="0" err="1"/>
              <a:t>servicios</a:t>
            </a:r>
            <a:r>
              <a:rPr sz="1400" dirty="0"/>
              <a:t> a </a:t>
            </a:r>
            <a:r>
              <a:rPr sz="1400" dirty="0" err="1"/>
              <a:t>otros</a:t>
            </a:r>
            <a:r>
              <a:rPr sz="1400" dirty="0"/>
              <a:t> </a:t>
            </a:r>
            <a:r>
              <a:rPr sz="1400" dirty="0" err="1"/>
              <a:t>programas</a:t>
            </a:r>
            <a:r>
              <a:rPr sz="1400" dirty="0"/>
              <a:t> o </a:t>
            </a:r>
            <a:r>
              <a:rPr sz="1400" dirty="0" err="1"/>
              <a:t>dispositivos</a:t>
            </a:r>
            <a:r>
              <a:rPr sz="1400" dirty="0"/>
              <a:t>, </a:t>
            </a:r>
            <a:r>
              <a:rPr sz="1400" dirty="0" err="1"/>
              <a:t>conocidos</a:t>
            </a:r>
            <a:r>
              <a:rPr sz="1400" dirty="0"/>
              <a:t> </a:t>
            </a:r>
            <a:r>
              <a:rPr sz="1400" dirty="0" err="1"/>
              <a:t>como</a:t>
            </a:r>
            <a:r>
              <a:rPr sz="1400" dirty="0"/>
              <a:t> </a:t>
            </a:r>
            <a:r>
              <a:rPr sz="1400" dirty="0" err="1"/>
              <a:t>clientes</a:t>
            </a:r>
            <a:r>
              <a:rPr sz="1400" dirty="0"/>
              <a:t>. En el </a:t>
            </a:r>
            <a:r>
              <a:rPr sz="1400" dirty="0" err="1"/>
              <a:t>contexto</a:t>
            </a:r>
            <a:r>
              <a:rPr sz="1400" dirty="0"/>
              <a:t> del </a:t>
            </a:r>
            <a:r>
              <a:rPr sz="1400" dirty="0" err="1"/>
              <a:t>desarrollo</a:t>
            </a:r>
            <a:r>
              <a:rPr sz="1400" dirty="0"/>
              <a:t> web, un </a:t>
            </a:r>
            <a:r>
              <a:rPr sz="1400" dirty="0" err="1"/>
              <a:t>servidor</a:t>
            </a:r>
            <a:r>
              <a:rPr sz="1400" dirty="0"/>
              <a:t> se </a:t>
            </a:r>
            <a:r>
              <a:rPr sz="1400" dirty="0" err="1"/>
              <a:t>refiere</a:t>
            </a:r>
            <a:r>
              <a:rPr sz="1400" dirty="0"/>
              <a:t> a un software </a:t>
            </a:r>
            <a:r>
              <a:rPr sz="1400" dirty="0" err="1"/>
              <a:t>que</a:t>
            </a:r>
            <a:r>
              <a:rPr sz="1400" dirty="0"/>
              <a:t> </a:t>
            </a:r>
            <a:r>
              <a:rPr sz="1400" dirty="0" err="1"/>
              <a:t>sirve</a:t>
            </a:r>
            <a:r>
              <a:rPr sz="1400" dirty="0"/>
              <a:t> </a:t>
            </a:r>
            <a:r>
              <a:rPr sz="1400" dirty="0" err="1"/>
              <a:t>contenido</a:t>
            </a:r>
            <a:r>
              <a:rPr sz="1400" dirty="0"/>
              <a:t> web a los </a:t>
            </a:r>
            <a:r>
              <a:rPr sz="1400" dirty="0" err="1"/>
              <a:t>clientes</a:t>
            </a:r>
            <a:r>
              <a:rPr sz="1400" dirty="0"/>
              <a:t> (</a:t>
            </a:r>
            <a:r>
              <a:rPr sz="1400" dirty="0" err="1"/>
              <a:t>navegadores</a:t>
            </a:r>
            <a:r>
              <a:rPr sz="1400" dirty="0"/>
              <a:t> web) </a:t>
            </a:r>
            <a:r>
              <a:rPr sz="1400" dirty="0" err="1"/>
              <a:t>que</a:t>
            </a:r>
            <a:r>
              <a:rPr sz="1400" dirty="0"/>
              <a:t> </a:t>
            </a:r>
            <a:r>
              <a:rPr sz="1400" dirty="0" err="1"/>
              <a:t>solicitan</a:t>
            </a:r>
            <a:r>
              <a:rPr sz="1400" dirty="0"/>
              <a:t> </a:t>
            </a:r>
            <a:r>
              <a:rPr sz="1400" dirty="0" err="1"/>
              <a:t>páginas</a:t>
            </a:r>
            <a:r>
              <a:rPr sz="1400" dirty="0"/>
              <a:t> web y </a:t>
            </a:r>
            <a:r>
              <a:rPr sz="1400" dirty="0" err="1"/>
              <a:t>otros</a:t>
            </a:r>
            <a:r>
              <a:rPr sz="1400" dirty="0"/>
              <a:t> </a:t>
            </a:r>
            <a:r>
              <a:rPr sz="1400" dirty="0" err="1"/>
              <a:t>recursos</a:t>
            </a:r>
            <a:r>
              <a:rPr sz="1400" dirty="0"/>
              <a:t> a </a:t>
            </a:r>
            <a:r>
              <a:rPr sz="1400" dirty="0" err="1"/>
              <a:t>través</a:t>
            </a:r>
            <a:r>
              <a:rPr sz="1400" dirty="0"/>
              <a:t> de Internet.</a:t>
            </a:r>
            <a:endParaRPr sz="1400" dirty="0"/>
          </a:p>
          <a:p>
            <a:pPr marL="0" lvl="0" indent="0" algn="l" rtl="0">
              <a:lnSpc>
                <a:spcPct val="100000"/>
              </a:lnSpc>
              <a:spcBef>
                <a:spcPts val="0"/>
              </a:spcBef>
              <a:spcAft>
                <a:spcPts val="0"/>
              </a:spcAft>
              <a:buSzPts val="2800"/>
              <a:buNone/>
            </a:pPr>
            <a:endParaRPr lang="es-AR" sz="1400" dirty="0"/>
          </a:p>
          <a:p>
            <a:pPr marL="0" lvl="0" indent="0" algn="l" rtl="0">
              <a:lnSpc>
                <a:spcPct val="100000"/>
              </a:lnSpc>
              <a:spcBef>
                <a:spcPts val="0"/>
              </a:spcBef>
              <a:spcAft>
                <a:spcPts val="0"/>
              </a:spcAft>
              <a:buSzPts val="2800"/>
              <a:buNone/>
            </a:pPr>
            <a:r>
              <a:rPr lang="es-AR" sz="1400" dirty="0"/>
              <a:t>Además de servir contenido web, un servidor también puede realizar otras funciones en el desarrollo web, como manejar sesiones de usuario, autenticar usuarios y procesar pagos en línea. </a:t>
            </a:r>
            <a:r>
              <a:rPr lang="es-AR" sz="1400" dirty="0" smtClean="0">
                <a:sym typeface="+mn-ea"/>
              </a:rPr>
              <a:t>&gt;</a:t>
            </a:r>
            <a:endParaRPr sz="1400" dirty="0"/>
          </a:p>
        </p:txBody>
      </p:sp>
      <p:sp>
        <p:nvSpPr>
          <p:cNvPr id="4"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a:solidFill>
                  <a:schemeClr val="accent3"/>
                </a:solidFill>
              </a:rPr>
              <a:t>UNIDAD 4 - Programación del Lado del Servidor y Persistencia de Datos</a:t>
            </a:r>
            <a:endParaRPr lang="es-AR" altLang="en-GB" sz="1400">
              <a:solidFill>
                <a:schemeClr val="accent3"/>
              </a:solidFill>
            </a:endParaRP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endPar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endParaRPr>
          </a:p>
        </p:txBody>
      </p:sp>
      <p:sp>
        <p:nvSpPr>
          <p:cNvPr id="5"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sp>
        <p:nvSpPr>
          <p:cNvPr id="7" name="Google Shape;465;p1"/>
          <p:cNvSpPr txBox="1"/>
          <p:nvPr/>
        </p:nvSpPr>
        <p:spPr>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1400">
                <a:sym typeface="+mn-ea"/>
              </a:rPr>
              <a:t>Introducción a Node.Js</a:t>
            </a:r>
            <a:endParaRPr lang="es-AR" altLang="es-MX" sz="1400">
              <a:solidFill>
                <a:schemeClr val="accent3"/>
              </a:solidFill>
            </a:endParaRPr>
          </a:p>
        </p:txBody>
      </p:sp>
      <p:pic>
        <p:nvPicPr>
          <p:cNvPr id="11266" name="Picture 2" descr="Servidor de aplicaciones para tu red empresarial | Comunidad F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10885" y="3116083"/>
            <a:ext cx="4549133" cy="136474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1"/>
          <p:cNvSpPr txBox="1">
            <a:spLocks noGrp="1"/>
          </p:cNvSpPr>
          <p:nvPr>
            <p:ph type="ctrTitle"/>
          </p:nvPr>
        </p:nvSpPr>
        <p:spPr>
          <a:xfrm>
            <a:off x="1413510" y="610870"/>
            <a:ext cx="7717155" cy="51752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pPr>
            <a:r>
              <a:rPr lang="es-AR" sz="2000">
                <a:sym typeface="+mn-ea"/>
              </a:rPr>
              <a:t>¿Cúales son los usos más comunes de un servidor en el desarrollo web?</a:t>
            </a:r>
            <a:r>
              <a:rPr lang="en-GB" sz="2000"/>
              <a:t> </a:t>
            </a:r>
            <a:r>
              <a:rPr lang="en-GB" sz="2000">
                <a:solidFill>
                  <a:schemeClr val="accent2"/>
                </a:solidFill>
              </a:rPr>
              <a:t> </a:t>
            </a:r>
            <a:r>
              <a:rPr lang="en-GB" sz="2000">
                <a:solidFill>
                  <a:schemeClr val="accent3"/>
                </a:solidFill>
              </a:rPr>
              <a:t>{</a:t>
            </a:r>
            <a:endParaRPr sz="2000">
              <a:solidFill>
                <a:schemeClr val="accent3"/>
              </a:solidFill>
            </a:endParaRPr>
          </a:p>
        </p:txBody>
      </p:sp>
      <p:grpSp>
        <p:nvGrpSpPr>
          <p:cNvPr id="462" name="Google Shape;462;p1"/>
          <p:cNvGrpSpPr/>
          <p:nvPr/>
        </p:nvGrpSpPr>
        <p:grpSpPr>
          <a:xfrm>
            <a:off x="1388745" y="1059816"/>
            <a:ext cx="506095" cy="3451172"/>
            <a:chOff x="1388760" y="1449985"/>
            <a:chExt cx="506100" cy="2575481"/>
          </a:xfrm>
        </p:grpSpPr>
        <p:cxnSp>
          <p:nvCxnSpPr>
            <p:cNvPr id="463" name="Google Shape;463;p1"/>
            <p:cNvCxnSpPr/>
            <p:nvPr/>
          </p:nvCxnSpPr>
          <p:spPr>
            <a:xfrm>
              <a:off x="1548146" y="1449985"/>
              <a:ext cx="3810" cy="2073211"/>
            </a:xfrm>
            <a:prstGeom prst="straightConnector1">
              <a:avLst/>
            </a:prstGeom>
            <a:noFill/>
            <a:ln w="9525" cap="flat" cmpd="sng">
              <a:solidFill>
                <a:schemeClr val="accent4"/>
              </a:solidFill>
              <a:prstDash val="solid"/>
              <a:round/>
              <a:headEnd type="none" w="sm" len="sm"/>
              <a:tailEnd type="none" w="sm" len="sm"/>
            </a:ln>
          </p:spPr>
        </p:cxnSp>
        <p:sp>
          <p:nvSpPr>
            <p:cNvPr id="464" name="Google Shape;464;p1"/>
            <p:cNvSpPr txBox="1"/>
            <p:nvPr/>
          </p:nvSpPr>
          <p:spPr>
            <a:xfrm>
              <a:off x="1388760" y="3660581"/>
              <a:ext cx="506100" cy="36488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panose="020B0604020202020204"/>
                <a:buNone/>
              </a:pPr>
              <a:r>
                <a:rPr lang="en-GB" sz="20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rPr>
                <a:t>}</a:t>
              </a:r>
              <a:endParaRPr sz="20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endParaRPr>
            </a:p>
          </p:txBody>
        </p:sp>
      </p:grpSp>
      <p:sp>
        <p:nvSpPr>
          <p:cNvPr id="650" name="Google Shape;650;p8"/>
          <p:cNvSpPr/>
          <p:nvPr/>
        </p:nvSpPr>
        <p:spPr>
          <a:xfrm>
            <a:off x="1280125" y="2218446"/>
            <a:ext cx="115500" cy="115500"/>
          </a:xfrm>
          <a:prstGeom prst="ellipse">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2" name="Google Shape;652;p8"/>
          <p:cNvSpPr/>
          <p:nvPr/>
        </p:nvSpPr>
        <p:spPr>
          <a:xfrm>
            <a:off x="1280125" y="2941004"/>
            <a:ext cx="115500" cy="115500"/>
          </a:xfrm>
          <a:prstGeom prst="ellipse">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4" name="Google Shape;654;p8"/>
          <p:cNvSpPr/>
          <p:nvPr/>
        </p:nvSpPr>
        <p:spPr>
          <a:xfrm>
            <a:off x="1280125" y="3663563"/>
            <a:ext cx="115500" cy="115500"/>
          </a:xfrm>
          <a:prstGeom prst="ellipse">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35" name="Group 34"/>
          <p:cNvGrpSpPr/>
          <p:nvPr/>
        </p:nvGrpSpPr>
        <p:grpSpPr>
          <a:xfrm>
            <a:off x="1259840" y="1275715"/>
            <a:ext cx="7705090" cy="3168650"/>
            <a:chOff x="1984" y="1782"/>
            <a:chExt cx="12134" cy="4346"/>
          </a:xfrm>
        </p:grpSpPr>
        <p:grpSp>
          <p:nvGrpSpPr>
            <p:cNvPr id="11" name="Group 10"/>
            <p:cNvGrpSpPr/>
            <p:nvPr/>
          </p:nvGrpSpPr>
          <p:grpSpPr>
            <a:xfrm>
              <a:off x="1984" y="1782"/>
              <a:ext cx="12102" cy="816"/>
              <a:chOff x="2411" y="2263"/>
              <a:chExt cx="12102" cy="1321"/>
            </a:xfrm>
          </p:grpSpPr>
          <p:sp>
            <p:nvSpPr>
              <p:cNvPr id="481" name="Google Shape;481;p3"/>
              <p:cNvSpPr txBox="1"/>
              <p:nvPr/>
            </p:nvSpPr>
            <p:spPr>
              <a:xfrm>
                <a:off x="3205" y="2263"/>
                <a:ext cx="11308" cy="1321"/>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200" dirty="0"/>
                  <a:t>&lt;</a:t>
                </a:r>
                <a:r>
                  <a:rPr lang="en-GB" sz="1200" dirty="0" err="1">
                    <a:solidFill>
                      <a:schemeClr val="accent1">
                        <a:lumMod val="75000"/>
                      </a:schemeClr>
                    </a:solidFill>
                  </a:rPr>
                  <a:t>Servir</a:t>
                </a:r>
                <a:r>
                  <a:rPr lang="en-GB" sz="1200" dirty="0">
                    <a:solidFill>
                      <a:schemeClr val="accent1">
                        <a:lumMod val="75000"/>
                      </a:schemeClr>
                    </a:solidFill>
                  </a:rPr>
                  <a:t> </a:t>
                </a:r>
                <a:r>
                  <a:rPr lang="en-GB" sz="1200" dirty="0" err="1">
                    <a:solidFill>
                      <a:schemeClr val="accent1">
                        <a:lumMod val="75000"/>
                      </a:schemeClr>
                    </a:solidFill>
                  </a:rPr>
                  <a:t>páginas</a:t>
                </a:r>
                <a:r>
                  <a:rPr lang="en-GB" sz="1200" dirty="0">
                    <a:solidFill>
                      <a:schemeClr val="accent1">
                        <a:lumMod val="75000"/>
                      </a:schemeClr>
                    </a:solidFill>
                  </a:rPr>
                  <a:t> web y </a:t>
                </a:r>
                <a:r>
                  <a:rPr lang="en-GB" sz="1200" dirty="0" err="1">
                    <a:solidFill>
                      <a:schemeClr val="accent1">
                        <a:lumMod val="75000"/>
                      </a:schemeClr>
                    </a:solidFill>
                  </a:rPr>
                  <a:t>recursos</a:t>
                </a:r>
                <a:r>
                  <a:rPr lang="en-GB" sz="1200" dirty="0">
                    <a:solidFill>
                      <a:schemeClr val="accent1">
                        <a:lumMod val="75000"/>
                      </a:schemeClr>
                    </a:solidFill>
                  </a:rPr>
                  <a:t>:</a:t>
                </a:r>
                <a:r>
                  <a:rPr lang="en-GB" sz="1200" dirty="0"/>
                  <a:t> El </a:t>
                </a:r>
                <a:r>
                  <a:rPr lang="en-GB" sz="1200" dirty="0" err="1"/>
                  <a:t>servidor</a:t>
                </a:r>
                <a:r>
                  <a:rPr lang="en-GB" sz="1200" dirty="0"/>
                  <a:t> web </a:t>
                </a:r>
                <a:r>
                  <a:rPr lang="en-GB" sz="1200" dirty="0" err="1"/>
                  <a:t>es</a:t>
                </a:r>
                <a:r>
                  <a:rPr lang="en-GB" sz="1200" dirty="0"/>
                  <a:t> </a:t>
                </a:r>
                <a:r>
                  <a:rPr lang="en-GB" sz="1200" dirty="0" err="1"/>
                  <a:t>responsable</a:t>
                </a:r>
                <a:r>
                  <a:rPr lang="en-GB" sz="1200" dirty="0"/>
                  <a:t> de </a:t>
                </a:r>
                <a:r>
                  <a:rPr lang="en-GB" sz="1200" dirty="0" err="1"/>
                  <a:t>recibir</a:t>
                </a:r>
                <a:r>
                  <a:rPr lang="en-GB" sz="1200" dirty="0"/>
                  <a:t> solicitudes de los </a:t>
                </a:r>
                <a:r>
                  <a:rPr lang="en-GB" sz="1200" dirty="0" err="1"/>
                  <a:t>clientes</a:t>
                </a:r>
                <a:r>
                  <a:rPr lang="en-GB" sz="1200" dirty="0"/>
                  <a:t> y </a:t>
                </a:r>
                <a:r>
                  <a:rPr lang="en-GB" sz="1200" dirty="0" err="1"/>
                  <a:t>devolver</a:t>
                </a:r>
                <a:r>
                  <a:rPr lang="en-GB" sz="1200" dirty="0"/>
                  <a:t> el </a:t>
                </a:r>
                <a:r>
                  <a:rPr lang="en-GB" sz="1200" dirty="0" err="1"/>
                  <a:t>contenido</a:t>
                </a:r>
                <a:r>
                  <a:rPr lang="en-GB" sz="1200" dirty="0"/>
                  <a:t> </a:t>
                </a:r>
                <a:r>
                  <a:rPr lang="en-GB" sz="1200" dirty="0" err="1"/>
                  <a:t>solicitado</a:t>
                </a:r>
                <a:r>
                  <a:rPr lang="en-GB" sz="1200" dirty="0"/>
                  <a:t> en forma de </a:t>
                </a:r>
                <a:r>
                  <a:rPr lang="en-GB" sz="1200" dirty="0" err="1"/>
                  <a:t>páginas</a:t>
                </a:r>
                <a:r>
                  <a:rPr lang="en-GB" sz="1200" dirty="0"/>
                  <a:t> web, </a:t>
                </a:r>
                <a:r>
                  <a:rPr lang="en-GB" sz="1200" dirty="0" err="1"/>
                  <a:t>archivos</a:t>
                </a:r>
                <a:r>
                  <a:rPr lang="en-GB" sz="1200" dirty="0"/>
                  <a:t> de </a:t>
                </a:r>
                <a:r>
                  <a:rPr lang="en-GB" sz="1200" dirty="0" err="1"/>
                  <a:t>imagen</a:t>
                </a:r>
                <a:r>
                  <a:rPr lang="en-GB" sz="1200" dirty="0"/>
                  <a:t>, </a:t>
                </a:r>
                <a:r>
                  <a:rPr lang="en-GB" sz="1200" dirty="0" err="1"/>
                  <a:t>archivos</a:t>
                </a:r>
                <a:r>
                  <a:rPr lang="en-GB" sz="1200" dirty="0"/>
                  <a:t> de audio y </a:t>
                </a:r>
                <a:r>
                  <a:rPr lang="en-GB" sz="1200" dirty="0" err="1"/>
                  <a:t>otros</a:t>
                </a:r>
                <a:r>
                  <a:rPr lang="en-GB" sz="1200" dirty="0"/>
                  <a:t> </a:t>
                </a:r>
                <a:r>
                  <a:rPr lang="en-GB" sz="1200" dirty="0" err="1"/>
                  <a:t>recursos</a:t>
                </a:r>
                <a:r>
                  <a:rPr lang="en-GB" sz="1200" dirty="0"/>
                  <a:t>.</a:t>
                </a:r>
                <a:r>
                  <a:rPr lang="es-AR" altLang="en-GB" sz="1200" dirty="0"/>
                  <a:t> </a:t>
                </a:r>
                <a:r>
                  <a:rPr lang="en-GB" sz="1200" dirty="0"/>
                  <a:t>&gt;</a:t>
                </a:r>
                <a:endParaRPr lang="en-GB" sz="1200" dirty="0"/>
              </a:p>
            </p:txBody>
          </p:sp>
          <p:sp>
            <p:nvSpPr>
              <p:cNvPr id="480" name="Google Shape;480;p3"/>
              <p:cNvSpPr txBox="1"/>
              <p:nvPr/>
            </p:nvSpPr>
            <p:spPr>
              <a:xfrm flipH="1">
                <a:off x="2411" y="2368"/>
                <a:ext cx="1373"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panose="020B0604020202020204"/>
                  <a:buNone/>
                  <a:defRPr sz="2800" b="0" i="0" u="none" strike="noStrike" cap="none">
                    <a:solidFill>
                      <a:schemeClr val="lt1"/>
                    </a:solidFill>
                    <a:latin typeface="Fira Code" panose="020B0604020202020204"/>
                    <a:ea typeface="Fira Code" panose="020B0604020202020204"/>
                    <a:cs typeface="Fira Code" panose="020B0604020202020204"/>
                    <a:sym typeface="Fira Code" panose="020B0604020202020204"/>
                  </a:defRPr>
                </a:lvl1pPr>
                <a:lvl2pPr marR="0" lvl="1"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R="0" lvl="2"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R="0" lvl="3"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R="0" lvl="4"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R="0" lvl="5"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R="0" lvl="6"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R="0" lvl="7"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R="0" lvl="8"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500"/>
                  <a:buNone/>
                </a:pPr>
                <a:r>
                  <a:rPr lang="es-MX" altLang="es-AR" sz="1400"/>
                  <a:t>1)</a:t>
                </a:r>
                <a:endParaRPr lang="es-MX" altLang="es-AR" sz="1400"/>
              </a:p>
            </p:txBody>
          </p:sp>
        </p:grpSp>
        <p:grpSp>
          <p:nvGrpSpPr>
            <p:cNvPr id="23" name="Group 22"/>
            <p:cNvGrpSpPr/>
            <p:nvPr/>
          </p:nvGrpSpPr>
          <p:grpSpPr>
            <a:xfrm>
              <a:off x="1984" y="2689"/>
              <a:ext cx="12102" cy="588"/>
              <a:chOff x="2411" y="2263"/>
              <a:chExt cx="12102" cy="1088"/>
            </a:xfrm>
          </p:grpSpPr>
          <p:sp>
            <p:nvSpPr>
              <p:cNvPr id="24" name="Google Shape;481;p3"/>
              <p:cNvSpPr txBox="1"/>
              <p:nvPr/>
            </p:nvSpPr>
            <p:spPr>
              <a:xfrm>
                <a:off x="3205" y="2263"/>
                <a:ext cx="11308" cy="1088"/>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200" dirty="0"/>
                  <a:t>&lt;</a:t>
                </a:r>
                <a:r>
                  <a:rPr sz="1200" dirty="0" err="1">
                    <a:solidFill>
                      <a:schemeClr val="accent1">
                        <a:lumMod val="75000"/>
                      </a:schemeClr>
                    </a:solidFill>
                  </a:rPr>
                  <a:t>Procesar</a:t>
                </a:r>
                <a:r>
                  <a:rPr sz="1200" dirty="0">
                    <a:solidFill>
                      <a:schemeClr val="accent1">
                        <a:lumMod val="75000"/>
                      </a:schemeClr>
                    </a:solidFill>
                  </a:rPr>
                  <a:t> solicitudes y </a:t>
                </a:r>
                <a:r>
                  <a:rPr sz="1200" dirty="0" err="1">
                    <a:solidFill>
                      <a:schemeClr val="accent1">
                        <a:lumMod val="75000"/>
                      </a:schemeClr>
                    </a:solidFill>
                  </a:rPr>
                  <a:t>respuestas</a:t>
                </a:r>
                <a:r>
                  <a:rPr sz="1200" dirty="0">
                    <a:solidFill>
                      <a:schemeClr val="accent1">
                        <a:lumMod val="75000"/>
                      </a:schemeClr>
                    </a:solidFill>
                  </a:rPr>
                  <a:t> HTTP:</a:t>
                </a:r>
                <a:r>
                  <a:rPr sz="1200" dirty="0"/>
                  <a:t> El </a:t>
                </a:r>
                <a:r>
                  <a:rPr sz="1200" dirty="0" err="1"/>
                  <a:t>servidor</a:t>
                </a:r>
                <a:r>
                  <a:rPr sz="1200" dirty="0"/>
                  <a:t> web </a:t>
                </a:r>
                <a:r>
                  <a:rPr sz="1200" dirty="0" err="1"/>
                  <a:t>utiliza</a:t>
                </a:r>
                <a:r>
                  <a:rPr sz="1200" dirty="0"/>
                  <a:t> </a:t>
                </a:r>
                <a:r>
                  <a:rPr sz="1200" dirty="0" err="1"/>
                  <a:t>protocolos</a:t>
                </a:r>
                <a:r>
                  <a:rPr sz="1200" dirty="0"/>
                  <a:t> de </a:t>
                </a:r>
                <a:r>
                  <a:rPr sz="1200" dirty="0" err="1"/>
                  <a:t>comunicación</a:t>
                </a:r>
                <a:r>
                  <a:rPr sz="1200" dirty="0"/>
                  <a:t> </a:t>
                </a:r>
                <a:r>
                  <a:rPr sz="1200" dirty="0" err="1"/>
                  <a:t>como</a:t>
                </a:r>
                <a:r>
                  <a:rPr sz="1200" dirty="0"/>
                  <a:t> HTTP para </a:t>
                </a:r>
                <a:r>
                  <a:rPr sz="1200" dirty="0" err="1"/>
                  <a:t>comunicarse</a:t>
                </a:r>
                <a:r>
                  <a:rPr sz="1200" dirty="0"/>
                  <a:t> con los </a:t>
                </a:r>
                <a:r>
                  <a:rPr sz="1200" dirty="0" err="1"/>
                  <a:t>navegadores</a:t>
                </a:r>
                <a:r>
                  <a:rPr sz="1200" dirty="0"/>
                  <a:t> web y </a:t>
                </a:r>
                <a:r>
                  <a:rPr sz="1200" dirty="0" err="1"/>
                  <a:t>enviar</a:t>
                </a:r>
                <a:r>
                  <a:rPr sz="1200" dirty="0"/>
                  <a:t> </a:t>
                </a:r>
                <a:r>
                  <a:rPr sz="1200" dirty="0" err="1"/>
                  <a:t>información</a:t>
                </a:r>
                <a:r>
                  <a:rPr sz="1200" dirty="0"/>
                  <a:t> de </a:t>
                </a:r>
                <a:r>
                  <a:rPr sz="1200" dirty="0" err="1"/>
                  <a:t>ida</a:t>
                </a:r>
                <a:r>
                  <a:rPr sz="1200" dirty="0"/>
                  <a:t> y </a:t>
                </a:r>
                <a:r>
                  <a:rPr sz="1200" dirty="0" err="1"/>
                  <a:t>vuelta</a:t>
                </a:r>
                <a:r>
                  <a:rPr sz="1200" dirty="0"/>
                  <a:t>.</a:t>
                </a:r>
                <a:r>
                  <a:rPr lang="es-AR" sz="1200" dirty="0"/>
                  <a:t> </a:t>
                </a:r>
                <a:r>
                  <a:rPr lang="en-GB" sz="1200" dirty="0"/>
                  <a:t>&gt;</a:t>
                </a:r>
                <a:endParaRPr lang="en-GB" sz="1200" dirty="0"/>
              </a:p>
            </p:txBody>
          </p:sp>
          <p:sp>
            <p:nvSpPr>
              <p:cNvPr id="25" name="Google Shape;480;p3"/>
              <p:cNvSpPr txBox="1"/>
              <p:nvPr/>
            </p:nvSpPr>
            <p:spPr>
              <a:xfrm flipH="1">
                <a:off x="2411" y="2368"/>
                <a:ext cx="1373"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panose="020B0604020202020204"/>
                  <a:buNone/>
                  <a:defRPr sz="2800" b="0" i="0" u="none" strike="noStrike" cap="none">
                    <a:solidFill>
                      <a:schemeClr val="lt1"/>
                    </a:solidFill>
                    <a:latin typeface="Fira Code" panose="020B0604020202020204"/>
                    <a:ea typeface="Fira Code" panose="020B0604020202020204"/>
                    <a:cs typeface="Fira Code" panose="020B0604020202020204"/>
                    <a:sym typeface="Fira Code" panose="020B0604020202020204"/>
                  </a:defRPr>
                </a:lvl1pPr>
                <a:lvl2pPr marR="0" lvl="1"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R="0" lvl="2"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R="0" lvl="3"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R="0" lvl="4"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R="0" lvl="5"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R="0" lvl="6"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R="0" lvl="7"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R="0" lvl="8"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500"/>
                  <a:buNone/>
                </a:pPr>
                <a:r>
                  <a:rPr lang="es-MX" altLang="es-AR" sz="1400"/>
                  <a:t>2)</a:t>
                </a:r>
                <a:endParaRPr lang="es-MX" altLang="es-AR" sz="1400"/>
              </a:p>
            </p:txBody>
          </p:sp>
        </p:grpSp>
        <p:grpSp>
          <p:nvGrpSpPr>
            <p:cNvPr id="26" name="Group 25"/>
            <p:cNvGrpSpPr/>
            <p:nvPr/>
          </p:nvGrpSpPr>
          <p:grpSpPr>
            <a:xfrm>
              <a:off x="2016" y="3604"/>
              <a:ext cx="12102" cy="773"/>
              <a:chOff x="2411" y="2263"/>
              <a:chExt cx="12102" cy="1430"/>
            </a:xfrm>
          </p:grpSpPr>
          <p:sp>
            <p:nvSpPr>
              <p:cNvPr id="27" name="Google Shape;481;p3"/>
              <p:cNvSpPr txBox="1"/>
              <p:nvPr/>
            </p:nvSpPr>
            <p:spPr>
              <a:xfrm>
                <a:off x="3205" y="2263"/>
                <a:ext cx="11308" cy="143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200" dirty="0"/>
                  <a:t>&lt;</a:t>
                </a:r>
                <a:r>
                  <a:rPr sz="1200" dirty="0" err="1">
                    <a:solidFill>
                      <a:schemeClr val="accent1">
                        <a:lumMod val="75000"/>
                      </a:schemeClr>
                    </a:solidFill>
                  </a:rPr>
                  <a:t>Gestión</a:t>
                </a:r>
                <a:r>
                  <a:rPr sz="1200" dirty="0">
                    <a:solidFill>
                      <a:schemeClr val="accent1">
                        <a:lumMod val="75000"/>
                      </a:schemeClr>
                    </a:solidFill>
                  </a:rPr>
                  <a:t> de </a:t>
                </a:r>
                <a:r>
                  <a:rPr sz="1200" dirty="0" err="1">
                    <a:solidFill>
                      <a:schemeClr val="accent1">
                        <a:lumMod val="75000"/>
                      </a:schemeClr>
                    </a:solidFill>
                  </a:rPr>
                  <a:t>sesiones</a:t>
                </a:r>
                <a:r>
                  <a:rPr sz="1200" dirty="0">
                    <a:solidFill>
                      <a:schemeClr val="accent1">
                        <a:lumMod val="75000"/>
                      </a:schemeClr>
                    </a:solidFill>
                  </a:rPr>
                  <a:t> de </a:t>
                </a:r>
                <a:r>
                  <a:rPr sz="1200" dirty="0" err="1">
                    <a:solidFill>
                      <a:schemeClr val="accent1">
                        <a:lumMod val="75000"/>
                      </a:schemeClr>
                    </a:solidFill>
                  </a:rPr>
                  <a:t>usuario</a:t>
                </a:r>
                <a:r>
                  <a:rPr sz="1200" dirty="0">
                    <a:solidFill>
                      <a:schemeClr val="accent1">
                        <a:lumMod val="75000"/>
                      </a:schemeClr>
                    </a:solidFill>
                  </a:rPr>
                  <a:t>:</a:t>
                </a:r>
                <a:r>
                  <a:rPr sz="1200" dirty="0"/>
                  <a:t> El </a:t>
                </a:r>
                <a:r>
                  <a:rPr sz="1200" dirty="0" err="1"/>
                  <a:t>servidor</a:t>
                </a:r>
                <a:r>
                  <a:rPr sz="1200" dirty="0"/>
                  <a:t> </a:t>
                </a:r>
                <a:r>
                  <a:rPr sz="1200" dirty="0" err="1"/>
                  <a:t>puede</a:t>
                </a:r>
                <a:r>
                  <a:rPr sz="1200" dirty="0"/>
                  <a:t> </a:t>
                </a:r>
                <a:r>
                  <a:rPr sz="1200" dirty="0" err="1"/>
                  <a:t>mantener</a:t>
                </a:r>
                <a:r>
                  <a:rPr sz="1200" dirty="0"/>
                  <a:t> un </a:t>
                </a:r>
                <a:r>
                  <a:rPr sz="1200" dirty="0" err="1"/>
                  <a:t>registro</a:t>
                </a:r>
                <a:r>
                  <a:rPr sz="1200" dirty="0"/>
                  <a:t> de la </a:t>
                </a:r>
                <a:r>
                  <a:rPr sz="1200" dirty="0" err="1"/>
                  <a:t>actividad</a:t>
                </a:r>
                <a:r>
                  <a:rPr sz="1200" dirty="0"/>
                  <a:t> de los </a:t>
                </a:r>
                <a:r>
                  <a:rPr sz="1200" dirty="0" err="1"/>
                  <a:t>usuarios</a:t>
                </a:r>
                <a:r>
                  <a:rPr sz="1200" dirty="0"/>
                  <a:t> y </a:t>
                </a:r>
                <a:r>
                  <a:rPr sz="1200" dirty="0" err="1"/>
                  <a:t>almacenar</a:t>
                </a:r>
                <a:r>
                  <a:rPr sz="1200" dirty="0"/>
                  <a:t> </a:t>
                </a:r>
                <a:r>
                  <a:rPr sz="1200" dirty="0" err="1"/>
                  <a:t>información</a:t>
                </a:r>
                <a:r>
                  <a:rPr sz="1200" dirty="0"/>
                  <a:t> de </a:t>
                </a:r>
                <a:r>
                  <a:rPr sz="1200" dirty="0" err="1"/>
                  <a:t>sesión</a:t>
                </a:r>
                <a:r>
                  <a:rPr sz="1200" dirty="0"/>
                  <a:t> para </a:t>
                </a:r>
                <a:r>
                  <a:rPr sz="1200" dirty="0" err="1"/>
                  <a:t>permitir</a:t>
                </a:r>
                <a:r>
                  <a:rPr sz="1200" dirty="0"/>
                  <a:t> el </a:t>
                </a:r>
                <a:r>
                  <a:rPr sz="1200" dirty="0" err="1"/>
                  <a:t>acceso</a:t>
                </a:r>
                <a:r>
                  <a:rPr sz="1200" dirty="0"/>
                  <a:t> a </a:t>
                </a:r>
                <a:r>
                  <a:rPr sz="1200" dirty="0" err="1"/>
                  <a:t>recursos</a:t>
                </a:r>
                <a:r>
                  <a:rPr sz="1200" dirty="0"/>
                  <a:t> </a:t>
                </a:r>
                <a:r>
                  <a:rPr sz="1200" dirty="0" err="1"/>
                  <a:t>protegidos</a:t>
                </a:r>
                <a:r>
                  <a:rPr sz="1200" dirty="0"/>
                  <a:t>.</a:t>
                </a:r>
                <a:r>
                  <a:rPr lang="es-AR" sz="1200" dirty="0"/>
                  <a:t> </a:t>
                </a:r>
                <a:r>
                  <a:rPr lang="en-GB" sz="1200" dirty="0"/>
                  <a:t>&gt;</a:t>
                </a:r>
                <a:endParaRPr lang="en-GB" sz="1200" dirty="0"/>
              </a:p>
            </p:txBody>
          </p:sp>
          <p:sp>
            <p:nvSpPr>
              <p:cNvPr id="28" name="Google Shape;480;p3"/>
              <p:cNvSpPr txBox="1"/>
              <p:nvPr/>
            </p:nvSpPr>
            <p:spPr>
              <a:xfrm flipH="1">
                <a:off x="2411" y="2368"/>
                <a:ext cx="1373"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panose="020B0604020202020204"/>
                  <a:buNone/>
                  <a:defRPr sz="2800" b="0" i="0" u="none" strike="noStrike" cap="none">
                    <a:solidFill>
                      <a:schemeClr val="lt1"/>
                    </a:solidFill>
                    <a:latin typeface="Fira Code" panose="020B0604020202020204"/>
                    <a:ea typeface="Fira Code" panose="020B0604020202020204"/>
                    <a:cs typeface="Fira Code" panose="020B0604020202020204"/>
                    <a:sym typeface="Fira Code" panose="020B0604020202020204"/>
                  </a:defRPr>
                </a:lvl1pPr>
                <a:lvl2pPr marR="0" lvl="1"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R="0" lvl="2"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R="0" lvl="3"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R="0" lvl="4"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R="0" lvl="5"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R="0" lvl="6"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R="0" lvl="7"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R="0" lvl="8"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500"/>
                  <a:buNone/>
                </a:pPr>
                <a:r>
                  <a:rPr lang="es-MX" altLang="es-AR" sz="1400"/>
                  <a:t>3)</a:t>
                </a:r>
                <a:endParaRPr lang="es-MX" altLang="es-AR" sz="1400"/>
              </a:p>
            </p:txBody>
          </p:sp>
        </p:grpSp>
        <p:grpSp>
          <p:nvGrpSpPr>
            <p:cNvPr id="29" name="Group 28"/>
            <p:cNvGrpSpPr/>
            <p:nvPr/>
          </p:nvGrpSpPr>
          <p:grpSpPr>
            <a:xfrm>
              <a:off x="2016" y="4617"/>
              <a:ext cx="12102" cy="681"/>
              <a:chOff x="2411" y="2263"/>
              <a:chExt cx="12102" cy="1260"/>
            </a:xfrm>
          </p:grpSpPr>
          <p:sp>
            <p:nvSpPr>
              <p:cNvPr id="30" name="Google Shape;481;p3"/>
              <p:cNvSpPr txBox="1"/>
              <p:nvPr/>
            </p:nvSpPr>
            <p:spPr>
              <a:xfrm>
                <a:off x="3205" y="2263"/>
                <a:ext cx="11308" cy="126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200"/>
                  <a:t>&lt;</a:t>
                </a:r>
                <a:r>
                  <a:rPr sz="1200">
                    <a:solidFill>
                      <a:schemeClr val="accent1">
                        <a:lumMod val="75000"/>
                      </a:schemeClr>
                    </a:solidFill>
                  </a:rPr>
                  <a:t>Autenticación de usuarios:</a:t>
                </a:r>
                <a:r>
                  <a:rPr sz="1200"/>
                  <a:t> El servidor puede verificar las credenciales del usuario y garantizar que solo los usuarios autorizados puedan acceder a recursos protegidos.</a:t>
                </a:r>
                <a:r>
                  <a:rPr lang="en-GB" sz="1200"/>
                  <a:t>&gt;</a:t>
                </a:r>
                <a:endParaRPr lang="en-GB" sz="1200"/>
              </a:p>
            </p:txBody>
          </p:sp>
          <p:sp>
            <p:nvSpPr>
              <p:cNvPr id="31" name="Google Shape;480;p3"/>
              <p:cNvSpPr txBox="1"/>
              <p:nvPr/>
            </p:nvSpPr>
            <p:spPr>
              <a:xfrm flipH="1">
                <a:off x="2411" y="2368"/>
                <a:ext cx="1373"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panose="020B0604020202020204"/>
                  <a:buNone/>
                  <a:defRPr sz="2800" b="0" i="0" u="none" strike="noStrike" cap="none">
                    <a:solidFill>
                      <a:schemeClr val="lt1"/>
                    </a:solidFill>
                    <a:latin typeface="Fira Code" panose="020B0604020202020204"/>
                    <a:ea typeface="Fira Code" panose="020B0604020202020204"/>
                    <a:cs typeface="Fira Code" panose="020B0604020202020204"/>
                    <a:sym typeface="Fira Code" panose="020B0604020202020204"/>
                  </a:defRPr>
                </a:lvl1pPr>
                <a:lvl2pPr marR="0" lvl="1"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R="0" lvl="2"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R="0" lvl="3"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R="0" lvl="4"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R="0" lvl="5"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R="0" lvl="6"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R="0" lvl="7"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R="0" lvl="8"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500"/>
                  <a:buNone/>
                </a:pPr>
                <a:r>
                  <a:rPr lang="es-MX" altLang="es-AR" sz="1400"/>
                  <a:t>4)</a:t>
                </a:r>
                <a:endParaRPr lang="es-MX" altLang="es-AR" sz="1400"/>
              </a:p>
            </p:txBody>
          </p:sp>
        </p:grpSp>
        <p:grpSp>
          <p:nvGrpSpPr>
            <p:cNvPr id="32" name="Group 31"/>
            <p:cNvGrpSpPr/>
            <p:nvPr/>
          </p:nvGrpSpPr>
          <p:grpSpPr>
            <a:xfrm>
              <a:off x="2016" y="5411"/>
              <a:ext cx="12102" cy="717"/>
              <a:chOff x="2443" y="1424"/>
              <a:chExt cx="12102" cy="1327"/>
            </a:xfrm>
          </p:grpSpPr>
          <p:sp>
            <p:nvSpPr>
              <p:cNvPr id="33" name="Google Shape;481;p3"/>
              <p:cNvSpPr txBox="1"/>
              <p:nvPr/>
            </p:nvSpPr>
            <p:spPr>
              <a:xfrm>
                <a:off x="3237" y="1424"/>
                <a:ext cx="11308" cy="1327"/>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L="1371600" marR="0" lvl="2"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L="1828800" marR="0" lvl="3"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L="2286000" marR="0" lvl="4"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L="2743200" marR="0" lvl="5"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L="3200400" marR="0" lvl="6"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L="3657600" marR="0" lvl="7"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L="4114800" marR="0" lvl="8" indent="-317500" algn="r" rtl="0">
                  <a:lnSpc>
                    <a:spcPct val="100000"/>
                  </a:lnSpc>
                  <a:spcBef>
                    <a:spcPts val="0"/>
                  </a:spcBef>
                  <a:spcAft>
                    <a:spcPts val="0"/>
                  </a:spcAft>
                  <a:buClr>
                    <a:schemeClr val="dk1"/>
                  </a:buClr>
                  <a:buSzPts val="1400"/>
                  <a:buFont typeface="Fira Code" panose="020B0604020202020204"/>
                  <a:buNone/>
                  <a:defRPr sz="14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l" rtl="0">
                  <a:lnSpc>
                    <a:spcPct val="100000"/>
                  </a:lnSpc>
                  <a:spcBef>
                    <a:spcPts val="0"/>
                  </a:spcBef>
                  <a:spcAft>
                    <a:spcPts val="0"/>
                  </a:spcAft>
                  <a:buSzPts val="1400"/>
                  <a:buNone/>
                </a:pPr>
                <a:r>
                  <a:rPr lang="en-GB" sz="1200"/>
                  <a:t>&lt;</a:t>
                </a:r>
                <a:r>
                  <a:rPr sz="1200">
                    <a:solidFill>
                      <a:schemeClr val="accent1">
                        <a:lumMod val="75000"/>
                      </a:schemeClr>
                    </a:solidFill>
                  </a:rPr>
                  <a:t>Procesamiento de pagos en línea:</a:t>
                </a:r>
                <a:r>
                  <a:rPr sz="1200"/>
                  <a:t> El servidor puede integrarse con servicios de pago en línea para procesar pagos y garantizar que las transacciones se realicen de manera segura.</a:t>
                </a:r>
                <a:r>
                  <a:rPr lang="es-AR" sz="1200"/>
                  <a:t> </a:t>
                </a:r>
                <a:r>
                  <a:rPr lang="en-GB" sz="1200"/>
                  <a:t>&gt;</a:t>
                </a:r>
                <a:endParaRPr lang="en-GB" sz="1200"/>
              </a:p>
            </p:txBody>
          </p:sp>
          <p:sp>
            <p:nvSpPr>
              <p:cNvPr id="34" name="Google Shape;480;p3"/>
              <p:cNvSpPr txBox="1"/>
              <p:nvPr/>
            </p:nvSpPr>
            <p:spPr>
              <a:xfrm flipH="1">
                <a:off x="2443" y="1614"/>
                <a:ext cx="1373" cy="533"/>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panose="020B0604020202020204"/>
                  <a:buNone/>
                  <a:defRPr sz="2800" b="0" i="0" u="none" strike="noStrike" cap="none">
                    <a:solidFill>
                      <a:schemeClr val="lt1"/>
                    </a:solidFill>
                    <a:latin typeface="Fira Code" panose="020B0604020202020204"/>
                    <a:ea typeface="Fira Code" panose="020B0604020202020204"/>
                    <a:cs typeface="Fira Code" panose="020B0604020202020204"/>
                    <a:sym typeface="Fira Code" panose="020B0604020202020204"/>
                  </a:defRPr>
                </a:lvl1pPr>
                <a:lvl2pPr marR="0" lvl="1"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2pPr>
                <a:lvl3pPr marR="0" lvl="2"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3pPr>
                <a:lvl4pPr marR="0" lvl="3"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4pPr>
                <a:lvl5pPr marR="0" lvl="4"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5pPr>
                <a:lvl6pPr marR="0" lvl="5"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6pPr>
                <a:lvl7pPr marR="0" lvl="6"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7pPr>
                <a:lvl8pPr marR="0" lvl="7"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8pPr>
                <a:lvl9pPr marR="0" lvl="8" algn="r" rtl="0">
                  <a:lnSpc>
                    <a:spcPct val="100000"/>
                  </a:lnSpc>
                  <a:spcBef>
                    <a:spcPts val="0"/>
                  </a:spcBef>
                  <a:spcAft>
                    <a:spcPts val="0"/>
                  </a:spcAft>
                  <a:buClr>
                    <a:schemeClr val="dk1"/>
                  </a:buClr>
                  <a:buSzPts val="2500"/>
                  <a:buFont typeface="Fira Code" panose="020B0604020202020204"/>
                  <a:buNone/>
                  <a:defRPr sz="2500" b="0" i="0" u="none" strike="noStrike" cap="none">
                    <a:solidFill>
                      <a:schemeClr val="dk1"/>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500"/>
                  <a:buNone/>
                </a:pPr>
                <a:r>
                  <a:rPr lang="es-MX" altLang="es-AR" sz="1400"/>
                  <a:t>5)</a:t>
                </a:r>
                <a:endParaRPr lang="es-MX" altLang="es-AR" sz="1400"/>
              </a:p>
            </p:txBody>
          </p:sp>
        </p:grpSp>
      </p:grpSp>
      <p:sp>
        <p:nvSpPr>
          <p:cNvPr id="3"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dirty="0">
                <a:solidFill>
                  <a:schemeClr val="accent3"/>
                </a:solidFill>
              </a:rPr>
              <a:t>UNIDAD 4 - Programación del Lado del Servidor y Persistencia de Datos</a:t>
            </a:r>
            <a:endParaRPr lang="es-AR" altLang="en-GB" sz="1400" dirty="0">
              <a:solidFill>
                <a:schemeClr val="accent3"/>
              </a:solidFill>
            </a:endParaRP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endPar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endParaRPr>
          </a:p>
        </p:txBody>
      </p:sp>
      <p:sp>
        <p:nvSpPr>
          <p:cNvPr id="5"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sp>
        <p:nvSpPr>
          <p:cNvPr id="7" name="Google Shape;465;p1"/>
          <p:cNvSpPr txBox="1"/>
          <p:nvPr/>
        </p:nvSpPr>
        <p:spPr>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1400" dirty="0">
                <a:sym typeface="+mn-ea"/>
              </a:rPr>
              <a:t>Introducción a </a:t>
            </a:r>
            <a:r>
              <a:rPr lang="es-AR" altLang="en-GB" sz="1400" dirty="0" err="1">
                <a:sym typeface="+mn-ea"/>
              </a:rPr>
              <a:t>Node.Js</a:t>
            </a:r>
            <a:endParaRPr lang="es-AR" altLang="es-MX" sz="1400" dirty="0">
              <a:solidFill>
                <a:schemeClr val="accent3"/>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1"/>
          <p:cNvSpPr txBox="1">
            <a:spLocks noGrp="1"/>
          </p:cNvSpPr>
          <p:nvPr>
            <p:ph type="ctrTitle"/>
          </p:nvPr>
        </p:nvSpPr>
        <p:spPr>
          <a:xfrm>
            <a:off x="1011624" y="751497"/>
            <a:ext cx="7730490" cy="517525"/>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pPr>
            <a:r>
              <a:rPr lang="es-AR" sz="1800" dirty="0" smtClean="0"/>
              <a:t>Ejemplos de </a:t>
            </a:r>
            <a:r>
              <a:rPr lang="es-AR" sz="1800" dirty="0" err="1" smtClean="0"/>
              <a:t>Stacks</a:t>
            </a:r>
            <a:r>
              <a:rPr lang="es-AR" sz="1800" dirty="0" smtClean="0"/>
              <a:t> Tecnológicos comúnmente empleados</a:t>
            </a:r>
            <a:endParaRPr sz="1800" dirty="0">
              <a:solidFill>
                <a:schemeClr val="accent3"/>
              </a:solidFill>
            </a:endParaRPr>
          </a:p>
        </p:txBody>
      </p:sp>
      <p:sp>
        <p:nvSpPr>
          <p:cNvPr id="4" name="Google Shape;466;p1"/>
          <p:cNvSpPr txBox="1"/>
          <p:nvPr/>
        </p:nvSpPr>
        <p:spPr>
          <a:xfrm>
            <a:off x="4572000" y="123910"/>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4200"/>
              <a:buNone/>
            </a:pPr>
            <a:r>
              <a:rPr lang="es-AR" altLang="en-GB" sz="1400">
                <a:solidFill>
                  <a:schemeClr val="accent3"/>
                </a:solidFill>
              </a:rPr>
              <a:t>UNIDAD 4 - Programación del Lado del Servidor y Persistencia de Datos</a:t>
            </a:r>
            <a:endParaRPr lang="es-AR" altLang="en-GB" sz="1400">
              <a:solidFill>
                <a:schemeClr val="accent3"/>
              </a:solidFill>
            </a:endParaRPr>
          </a:p>
        </p:txBody>
      </p:sp>
      <p:sp>
        <p:nvSpPr>
          <p:cNvPr id="6" name="Google Shape;476;p2"/>
          <p:cNvSpPr txBox="1"/>
          <p:nvPr/>
        </p:nvSpPr>
        <p:spPr>
          <a:xfrm>
            <a:off x="709930" y="4694555"/>
            <a:ext cx="3111500" cy="35750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2"/>
              </a:buClr>
              <a:buSzPts val="2800"/>
              <a:buFont typeface="Fira Code" panose="020B0604020202020204"/>
              <a:buNone/>
            </a:pP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Instituto </a:t>
            </a:r>
            <a:r>
              <a:rPr lang="en-GB" sz="1200" b="0" u="none" strike="noStrike" cap="none" dirty="0" err="1">
                <a:solidFill>
                  <a:schemeClr val="accent3"/>
                </a:solidFill>
                <a:latin typeface="Fira Code" panose="020B0604020202020204"/>
                <a:ea typeface="Fira Code" panose="020B0604020202020204"/>
                <a:cs typeface="Fira Code" panose="020B0604020202020204"/>
                <a:sym typeface="Fira Code" panose="020B0604020202020204"/>
              </a:rPr>
              <a:t>Politécnico</a:t>
            </a:r>
            <a:r>
              <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rPr>
              <a:t> Formosa</a:t>
            </a:r>
            <a:endParaRPr lang="en-GB" sz="1200" b="0" u="none" strike="noStrike" cap="none" dirty="0">
              <a:solidFill>
                <a:schemeClr val="accent3"/>
              </a:solidFill>
              <a:latin typeface="Fira Code" panose="020B0604020202020204"/>
              <a:ea typeface="Fira Code" panose="020B0604020202020204"/>
              <a:cs typeface="Fira Code" panose="020B0604020202020204"/>
              <a:sym typeface="Fira Code" panose="020B0604020202020204"/>
            </a:endParaRPr>
          </a:p>
        </p:txBody>
      </p:sp>
      <p:sp>
        <p:nvSpPr>
          <p:cNvPr id="5" name="Google Shape;937;p25"/>
          <p:cNvSpPr txBox="1"/>
          <p:nvPr/>
        </p:nvSpPr>
        <p:spPr>
          <a:xfrm>
            <a:off x="8116570" y="4694555"/>
            <a:ext cx="923925" cy="35750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2"/>
              </a:buClr>
              <a:buSzPts val="4200"/>
              <a:buFont typeface="Fira Code" panose="020B0604020202020204"/>
              <a:buNone/>
            </a:pPr>
            <a:r>
              <a:rPr lang="es-ES" altLang="en-GB" sz="1400" b="1" i="0" u="none" strike="noStrike" cap="none" dirty="0" err="1">
                <a:solidFill>
                  <a:schemeClr val="accent6"/>
                </a:solidFill>
                <a:latin typeface="Fira Code" panose="020B0604020202020204"/>
                <a:ea typeface="Fira Code" panose="020B0604020202020204"/>
                <a:cs typeface="Fira Code" panose="020B0604020202020204"/>
                <a:sym typeface="Fira Code" panose="020B0604020202020204"/>
              </a:rPr>
              <a:t>TLP1</a:t>
            </a:r>
            <a:endParaRPr lang="es-ES" altLang="en-GB" sz="1400" b="1" i="0" u="none" strike="noStrike" cap="none" dirty="0">
              <a:solidFill>
                <a:schemeClr val="accent6"/>
              </a:solidFill>
              <a:latin typeface="Fira Code" panose="020B0604020202020204"/>
              <a:ea typeface="Fira Code" panose="020B0604020202020204"/>
              <a:cs typeface="Fira Code" panose="020B0604020202020204"/>
              <a:sym typeface="Fira Code" panose="020B0604020202020204"/>
            </a:endParaRPr>
          </a:p>
        </p:txBody>
      </p:sp>
      <p:sp>
        <p:nvSpPr>
          <p:cNvPr id="7" name="Google Shape;465;p1"/>
          <p:cNvSpPr txBox="1"/>
          <p:nvPr/>
        </p:nvSpPr>
        <p:spPr>
          <a:xfrm>
            <a:off x="-5975" y="91525"/>
            <a:ext cx="4572000" cy="3573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panose="020B0604020202020204"/>
              <a:buNone/>
              <a:defRPr sz="1800" b="0" i="0" u="none" strike="noStrike" cap="none">
                <a:solidFill>
                  <a:schemeClr val="accent3"/>
                </a:solidFill>
                <a:latin typeface="Fira Code" panose="020B0604020202020204"/>
                <a:ea typeface="Fira Code" panose="020B0604020202020204"/>
                <a:cs typeface="Fira Code" panose="020B0604020202020204"/>
                <a:sym typeface="Fira Code" panose="020B0604020202020204"/>
              </a:defRPr>
            </a:lvl1pPr>
            <a:lvl2pPr marL="914400" marR="0" lvl="1"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2pPr>
            <a:lvl3pPr marL="1371600" marR="0" lvl="2"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3pPr>
            <a:lvl4pPr marL="1828800" marR="0" lvl="3"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4pPr>
            <a:lvl5pPr marL="2286000" marR="0" lvl="4"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5pPr>
            <a:lvl6pPr marL="2743200" marR="0" lvl="5"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6pPr>
            <a:lvl7pPr marL="3200400" marR="0" lvl="6"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7pPr>
            <a:lvl8pPr marL="3657600" marR="0" lvl="7"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8pPr>
            <a:lvl9pPr marL="4114800" marR="0" lvl="8" indent="-317500" algn="ctr" rtl="0">
              <a:lnSpc>
                <a:spcPct val="100000"/>
              </a:lnSpc>
              <a:spcBef>
                <a:spcPts val="0"/>
              </a:spcBef>
              <a:spcAft>
                <a:spcPts val="0"/>
              </a:spcAft>
              <a:buClr>
                <a:schemeClr val="dk2"/>
              </a:buClr>
              <a:buSzPts val="2800"/>
              <a:buFont typeface="Fira Code" panose="020B0604020202020204"/>
              <a:buNone/>
              <a:defRPr sz="2800" b="0" i="0" u="none" strike="noStrike" cap="none">
                <a:solidFill>
                  <a:schemeClr val="dk2"/>
                </a:solidFill>
                <a:latin typeface="Fira Code" panose="020B0604020202020204"/>
                <a:ea typeface="Fira Code" panose="020B0604020202020204"/>
                <a:cs typeface="Fira Code" panose="020B0604020202020204"/>
                <a:sym typeface="Fira Code" panose="020B0604020202020204"/>
              </a:defRPr>
            </a:lvl9pPr>
          </a:lstStyle>
          <a:p>
            <a:pPr marL="0" lvl="0" indent="0" algn="ctr" rtl="0">
              <a:lnSpc>
                <a:spcPct val="100000"/>
              </a:lnSpc>
              <a:spcBef>
                <a:spcPts val="0"/>
              </a:spcBef>
              <a:spcAft>
                <a:spcPts val="0"/>
              </a:spcAft>
              <a:buSzPts val="2800"/>
              <a:buNone/>
            </a:pPr>
            <a:r>
              <a:rPr lang="es-AR" altLang="en-GB" sz="1400">
                <a:sym typeface="+mn-ea"/>
              </a:rPr>
              <a:t>Introducción a Node.Js</a:t>
            </a:r>
            <a:endParaRPr lang="es-AR" altLang="es-MX" sz="1400">
              <a:solidFill>
                <a:schemeClr val="accent3"/>
              </a:solidFill>
            </a:endParaRPr>
          </a:p>
        </p:txBody>
      </p:sp>
      <p:pic>
        <p:nvPicPr>
          <p:cNvPr id="11266" name="Picture 2" descr="Servidor de aplicaciones para tu red empresarial | Comunidad F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67724" y="1475394"/>
            <a:ext cx="8018290" cy="2405489"/>
          </a:xfrm>
          <a:prstGeom prst="rect">
            <a:avLst/>
          </a:prstGeom>
          <a:noFill/>
          <a:extLst>
            <a:ext uri="{909E8E84-426E-40DD-AFC4-6F175D3DCCD1}">
              <a14:hiddenFill xmlns:a14="http://schemas.microsoft.com/office/drawing/2010/main">
                <a:solidFill>
                  <a:srgbClr val="FFFFFF"/>
                </a:solidFill>
              </a14:hiddenFill>
            </a:ext>
          </a:extLst>
        </p:spPr>
      </p:pic>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30044" y="1586702"/>
            <a:ext cx="828442" cy="175629"/>
          </a:xfrm>
          <a:prstGeom prst="rect">
            <a:avLst/>
          </a:prstGeom>
        </p:spPr>
      </p:pic>
      <p:pic>
        <p:nvPicPr>
          <p:cNvPr id="8" name="Imagen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49602" y="3515580"/>
            <a:ext cx="943655" cy="383360"/>
          </a:xfrm>
          <a:prstGeom prst="rect">
            <a:avLst/>
          </a:prstGeom>
        </p:spPr>
      </p:pic>
      <p:pic>
        <p:nvPicPr>
          <p:cNvPr id="9" name="Imagen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48174" y="1475394"/>
            <a:ext cx="833295" cy="509103"/>
          </a:xfrm>
          <a:prstGeom prst="rect">
            <a:avLst/>
          </a:prstGeom>
        </p:spPr>
      </p:pic>
      <p:pic>
        <p:nvPicPr>
          <p:cNvPr id="10" name="Imagen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48174" y="3416473"/>
            <a:ext cx="824865" cy="618649"/>
          </a:xfrm>
          <a:prstGeom prst="rect">
            <a:avLst/>
          </a:prstGeom>
        </p:spPr>
      </p:pic>
      <p:pic>
        <p:nvPicPr>
          <p:cNvPr id="11" name="Imagen 1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039242" y="1513861"/>
            <a:ext cx="1582343" cy="527448"/>
          </a:xfrm>
          <a:prstGeom prst="rect">
            <a:avLst/>
          </a:prstGeom>
        </p:spPr>
      </p:pic>
      <p:pic>
        <p:nvPicPr>
          <p:cNvPr id="12" name="Imagen 1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141884" y="3484271"/>
            <a:ext cx="974686" cy="336582"/>
          </a:xfrm>
          <a:prstGeom prst="rect">
            <a:avLst/>
          </a:prstGeom>
        </p:spPr>
      </p:pic>
    </p:spTree>
  </p:cSld>
  <p:clrMapOvr>
    <a:masterClrMapping/>
  </p:clrMapOvr>
</p:sld>
</file>

<file path=ppt/theme/theme1.xml><?xml version="1.0" encoding="utf-8"?>
<a:theme xmlns:a="http://schemas.openxmlformats.org/drawingml/2006/main" name="Programming Language Workshop for Beginners by Slidesgo">
  <a:themeElements>
    <a:clrScheme name="Simple Light">
      <a:dk1>
        <a:srgbClr val="2E323B"/>
      </a:dk1>
      <a:lt1>
        <a:srgbClr val="FF5858"/>
      </a:lt1>
      <a:dk2>
        <a:srgbClr val="72D9F0"/>
      </a:dk2>
      <a:lt2>
        <a:srgbClr val="FCC642"/>
      </a:lt2>
      <a:accent1>
        <a:srgbClr val="DBA0DB"/>
      </a:accent1>
      <a:accent2>
        <a:srgbClr val="A5CF27"/>
      </a:accent2>
      <a:accent3>
        <a:srgbClr val="E7E7E7"/>
      </a:accent3>
      <a:accent4>
        <a:srgbClr val="707070"/>
      </a:accent4>
      <a:accent5>
        <a:srgbClr val="16191F"/>
      </a:accent5>
      <a:accent6>
        <a:srgbClr val="FFFFFF"/>
      </a:accent6>
      <a:hlink>
        <a:srgbClr val="FF585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18943</Words>
  <Application>WPS Presentation</Application>
  <PresentationFormat>Presentación en pantalla (16:9)</PresentationFormat>
  <Paragraphs>518</Paragraphs>
  <Slides>30</Slides>
  <Notes>30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30</vt:i4>
      </vt:variant>
    </vt:vector>
  </HeadingPairs>
  <TitlesOfParts>
    <vt:vector size="41" baseType="lpstr">
      <vt:lpstr>Arial</vt:lpstr>
      <vt:lpstr>SimSun</vt:lpstr>
      <vt:lpstr>Wingdings</vt:lpstr>
      <vt:lpstr>Arial</vt:lpstr>
      <vt:lpstr>Fira Code</vt:lpstr>
      <vt:lpstr>Montserrat</vt:lpstr>
      <vt:lpstr>Segoe Print</vt:lpstr>
      <vt:lpstr>Microsoft YaHei</vt:lpstr>
      <vt:lpstr>Arial Unicode MS</vt:lpstr>
      <vt:lpstr>Fira Code</vt:lpstr>
      <vt:lpstr>Programming Language Workshop for Beginners by Slidesgo</vt:lpstr>
      <vt:lpstr>‘Unidad 4:’  { Programación del Lado del Servidor y Persistencia de Datos</vt:lpstr>
      <vt:lpstr>CONTENIDOS DE LA CLASE {</vt:lpstr>
      <vt:lpstr> {</vt:lpstr>
      <vt:lpstr>¿Quién creo Node.js y con qué propósito? {</vt:lpstr>
      <vt:lpstr>¿Qué es Node.Js? {</vt:lpstr>
      <vt:lpstr>Ejemplos de aplicaciones que utilizan Node.Js { </vt:lpstr>
      <vt:lpstr>Aplicaciones que utilizan Node.Js { </vt:lpstr>
      <vt:lpstr>Ventajas de Node.Js  {</vt:lpstr>
      <vt:lpstr>Desventajas de Node.Js  {</vt:lpstr>
      <vt:lpstr>PowerPoint 演示文稿</vt:lpstr>
      <vt:lpstr>¿Qué son las peticiones bloqueantes? {</vt:lpstr>
      <vt:lpstr>¿Qué son las peticiones bloqueantes? {</vt:lpstr>
      <vt:lpstr>¿Qué son las peticiones no bloqueantes? {</vt:lpstr>
      <vt:lpstr>¿Cómo afectan las peticiones bloqueantes y no bloqueantes al rendimiento de una aplicación web? {</vt:lpstr>
      <vt:lpstr>Asincronía {</vt:lpstr>
      <vt:lpstr>¿Por qué es importante el rendimiento web?  {</vt:lpstr>
      <vt:lpstr> {</vt:lpstr>
      <vt:lpstr>¿Qué es el ciclo de eventos en Node? {</vt:lpstr>
      <vt:lpstr>¿Cúales son los componentes principales del ciclo de eventos?  {</vt:lpstr>
      <vt:lpstr>¿Cómo funciona el ciclo de eventos en Node?  {</vt:lpstr>
      <vt:lpstr>PowerPoint 演示文稿</vt:lpstr>
      <vt:lpstr>¿Qué es el ciclo de vida de un proceso en Node y cúales son las etapas?  {</vt:lpstr>
      <vt:lpstr>Administradores de módulos de Node {</vt:lpstr>
      <vt:lpstr>¿Qué son y para qué sirven los módulos en Node.Js? {</vt:lpstr>
      <vt:lpstr>¿Qué ocurre al instalar los módulos de Node?</vt:lpstr>
      <vt:lpstr>Ventajas que ofrecen los módulos en Node.Js  {</vt:lpstr>
      <vt:lpstr>Tipos de módulos en Node.Js { </vt:lpstr>
      <vt:lpstr>¿Qué es un servidor? </vt:lpstr>
      <vt:lpstr>¿Cúales son los usos más comunes de un servidor en el desarrollo web?  {</vt:lpstr>
      <vt:lpstr>Ejemplos de Stacks Tecnológicos comúnmente empleados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Estructura de un documento ‘HTML’ {</dc:title>
  <dc:creator>Usuario</dc:creator>
  <cp:lastModifiedBy>Agustin</cp:lastModifiedBy>
  <cp:revision>51</cp:revision>
  <dcterms:created xsi:type="dcterms:W3CDTF">2023-03-30T02:23:00Z</dcterms:created>
  <dcterms:modified xsi:type="dcterms:W3CDTF">2025-06-05T18:26:11Z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D6BC41B201EB41A5BBCC4D2BFD1E1BF2</vt:lpwstr>
  </property>
  <property fmtid="{D5CDD505-2E9C-101B-9397-08002B2CF9AE}" pid="3" name="KSOProductBuildVer">
    <vt:lpwstr>3082-12.2.0.21183</vt:lpwstr>
  </property>
</Properties>
</file>